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bin" ContentType="application/vnd.openxmlformats-officedocument.oleObject"/>
  <Default Extension="png" ContentType="image/png"/>
  <Default Extension="emf" ContentType="image/x-em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</file>

<file path=ppt/presentation.xml><?xml version="1.0" encoding="utf-8"?>
<p:presentation xmlns:p="http://schemas.openxmlformats.org/presentationml/2006/main" xmlns:r="http://schemas.openxmlformats.org/officeDocument/2006/relationships" xmlns:a="http://schemas.openxmlformats.org/drawingml/2006/main" saveSubsetFonts="1">
  <p:sldMasterIdLst>
    <p:sldMasterId id="2147483648" r:id="rId1"/>
  </p:sldMasterIdLst>
  <p:notesMasterIdLst>
    <p:notesMasterId r:id="rId2"/>
  </p:notesMasterIdLst>
  <p:sldIdLst>
    <p:sldId id="256" r:id="rId3"/>
    <p:sldId id="257" r:id="rId4"/>
    <p:sldId id="258" r:id="rId5"/>
    <p:sldId id="259" r:id="rId6"/>
    <p:sldId id="260" r:id="rId7"/>
    <p:sldId id="261" r:id="rId8"/>
    <p:sldId id="272" r:id="rId9"/>
  </p:sldIdLst>
  <p:sldSz type="screen16x9" cy="6858000" cx="12192000"/>
  <p:notesSz cx="6858000" cy="9144000"/>
  <p:defaultTextStyle>
    <a:defPPr>
      <a:defRPr lang="en-US"/>
    </a:defPPr>
    <a:lvl1pPr algn="l" defTabSz="457200" eaLnBrk="1" hangingPunct="1" latinLnBrk="0" marL="0" rtl="0">
      <a:defRPr sz="1800" kern="12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sz="1800" kern="12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sz="1800" kern="12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sz="1800" kern="12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sz="1800" kern="12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sz="1800" kern="12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sz="1800" kern="12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sz="1800" kern="12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 xmlns:r="http://schemas.openxmlformats.org/officeDocument/2006/relationships" xmlns:a="http://schemas.openxmlformats.org/drawingml/2006/main"/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p="http://schemas.openxmlformats.org/presentationml/2006/main" xmlns:r="http://schemas.openxmlformats.org/officeDocument/2006/relationships" xmlns:a="http://schemas.openxmlformats.org/drawingml/2006/main">
  <p:normalViewPr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964" y="56"/>
      </p:cViewPr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tableStyles" Target="tableStyles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/Relationships>
</file>

<file path=ppt/notesMasters/_rels/notesMaster1.xml.rels><?xml version="1.0" encoding="UTF-8" standalone="yes"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4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97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2" y="1"/>
            <a:ext cx="3076575" cy="512763"/>
          </a:xfrm>
          <a:prstGeom prst="rect"/>
          <a:noFill/>
          <a:ln w="9525">
            <a:noFill/>
            <a:miter lim="800000"/>
            <a:headEnd/>
            <a:tailEnd/>
          </a:ln>
          <a:effectLst/>
        </p:spPr>
        <p:txBody>
          <a:bodyPr anchor="t" anchorCtr="0" bIns="45745" compatLnSpc="1" lIns="91492" numCol="1" rIns="91492" tIns="45745" vert="horz" wrap="square">
            <a:prstTxWarp prst="textNoShape"/>
          </a:bodyPr>
          <a:lstStyle>
            <a:lvl1pPr algn="l">
              <a:defRPr sz="1100"/>
            </a:lvl1pPr>
          </a:lstStyle>
          <a:p>
            <a:endParaRPr lang="en-US"/>
          </a:p>
        </p:txBody>
      </p:sp>
      <p:sp>
        <p:nvSpPr>
          <p:cNvPr id="1048698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021139" y="1"/>
            <a:ext cx="3076575" cy="512763"/>
          </a:xfrm>
          <a:prstGeom prst="rect"/>
          <a:noFill/>
          <a:ln w="9525">
            <a:noFill/>
            <a:miter lim="800000"/>
            <a:headEnd/>
            <a:tailEnd/>
          </a:ln>
          <a:effectLst/>
        </p:spPr>
        <p:txBody>
          <a:bodyPr anchor="t" anchorCtr="0" bIns="45745" compatLnSpc="1" lIns="91492" numCol="1" rIns="91492" tIns="45745" vert="horz" wrap="square">
            <a:prstTxWarp prst="textNoShape"/>
          </a:bodyPr>
          <a:lstStyle>
            <a:lvl1pPr algn="r">
              <a:defRPr sz="1100"/>
            </a:lvl1pPr>
          </a:lstStyle>
          <a:p>
            <a:endParaRPr lang="en-US"/>
          </a:p>
        </p:txBody>
      </p:sp>
      <p:sp>
        <p:nvSpPr>
          <p:cNvPr id="1048699" name="Rectangle 4"/>
          <p:cNvSpPr>
            <a:spLocks noChangeAspect="1" noRot="1" noGrp="1" noChangeArrowheads="1" noTextEdit="1"/>
          </p:cNvSpPr>
          <p:nvPr>
            <p:ph type="sldImg" idx="2"/>
          </p:nvPr>
        </p:nvSpPr>
        <p:spPr bwMode="auto">
          <a:xfrm>
            <a:off x="990600" y="766763"/>
            <a:ext cx="5118100" cy="3838575"/>
          </a:xfrm>
          <a:prstGeom prst="rect"/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</p:spPr>
      </p:sp>
      <p:sp>
        <p:nvSpPr>
          <p:cNvPr id="1048700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09614" y="4862514"/>
            <a:ext cx="5680075" cy="4605337"/>
          </a:xfrm>
          <a:prstGeom prst="rect"/>
          <a:noFill/>
          <a:ln w="9525">
            <a:noFill/>
            <a:miter lim="800000"/>
            <a:headEnd/>
            <a:tailEnd/>
          </a:ln>
          <a:effectLst/>
        </p:spPr>
        <p:txBody>
          <a:bodyPr anchor="t" anchorCtr="0" bIns="45745" compatLnSpc="1" lIns="91492" numCol="1" rIns="91492" tIns="45745" vert="horz" wrap="square">
            <a:prstTxWarp prst="textNoShape"/>
          </a:bodyPr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1048701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2" y="9720264"/>
            <a:ext cx="3076575" cy="512762"/>
          </a:xfrm>
          <a:prstGeom prst="rect"/>
          <a:noFill/>
          <a:ln w="9525">
            <a:noFill/>
            <a:miter lim="800000"/>
            <a:headEnd/>
            <a:tailEnd/>
          </a:ln>
          <a:effectLst/>
        </p:spPr>
        <p:txBody>
          <a:bodyPr anchor="b" anchorCtr="0" bIns="45745" compatLnSpc="1" lIns="91492" numCol="1" rIns="91492" tIns="45745" vert="horz" wrap="square">
            <a:prstTxWarp prst="textNoShape"/>
          </a:bodyPr>
          <a:lstStyle>
            <a:lvl1pPr algn="l">
              <a:defRPr sz="1100"/>
            </a:lvl1pPr>
          </a:lstStyle>
          <a:p>
            <a:endParaRPr lang="en-US"/>
          </a:p>
        </p:txBody>
      </p:sp>
      <p:sp>
        <p:nvSpPr>
          <p:cNvPr id="1048702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21139" y="9720264"/>
            <a:ext cx="3076575" cy="512762"/>
          </a:xfrm>
          <a:prstGeom prst="rect"/>
          <a:noFill/>
          <a:ln w="9525">
            <a:noFill/>
            <a:miter lim="800000"/>
            <a:headEnd/>
            <a:tailEnd/>
          </a:ln>
          <a:effectLst/>
        </p:spPr>
        <p:txBody>
          <a:bodyPr anchor="b" anchorCtr="0" bIns="45745" compatLnSpc="1" lIns="91492" numCol="1" rIns="91492" tIns="45745" vert="horz" wrap="square">
            <a:prstTxWarp prst="textNoShape"/>
          </a:bodyPr>
          <a:lstStyle>
            <a:lvl1pPr algn="r">
              <a:defRPr sz="1100"/>
            </a:lvl1pPr>
          </a:lstStyle>
          <a:p>
            <a:fld id="{A9A0EA98-5831-4853-B862-C702E6EB345C}" type="slidenum">
              <a:rPr lang="en-US"/>
              <a:t>‹#›</a:t>
            </a:fld>
            <a:endParaRPr lang="en-US"/>
          </a:p>
        </p:txBody>
      </p:sp>
    </p:spTree>
  </p:cSld>
  <p:clrMap accent1="accent1" accent2="accent2" accent3="accent3" accent4="accent4" accent5="accent5" accent6="accent6" bg1="lt1" bg2="lt2" tx1="dk1" tx2="dk2" hlink="hlink" folHlink="folHlink"/>
  <p:notesStyle>
    <a:lvl1pPr algn="l" fontAlgn="base" rtl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algn="l" fontAlgn="base" marL="457200" rtl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algn="l" fontAlgn="base" marL="914400" rtl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algn="l" fontAlgn="base" marL="1371600" rtl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algn="l" fontAlgn="base" marL="1828800" rtl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algn="l" defTabSz="914400" eaLnBrk="1" hangingPunct="1" latinLnBrk="0" marL="2286000" rtl="0">
      <a:defRPr sz="1200" kern="12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sz="1200" kern="12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sz="1200" kern="12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type="title">
  <p:cSld name="Title Slide">
    <p:spTree>
      <p:nvGrpSpPr>
        <p:cNvPr id="3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3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145730" name="Straight Connector 31"/>
            <p:cNvCxnSpPr>
              <a:cxnSpLocks/>
            </p:cNvCxnSpPr>
            <p:nvPr/>
          </p:nvCxnSpPr>
          <p:spPr>
            <a:xfrm>
              <a:off x="9371012" y="0"/>
              <a:ext cx="1219200" cy="6858000"/>
            </a:xfrm>
            <a:prstGeom prst="line"/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45731" name="Straight Connector 20"/>
            <p:cNvCxnSpPr>
              <a:cxnSpLocks/>
            </p:cNvCxnSpPr>
            <p:nvPr/>
          </p:nvCxnSpPr>
          <p:spPr>
            <a:xfrm flipH="1">
              <a:off x="7425267" y="3681413"/>
              <a:ext cx="4763558" cy="3176587"/>
            </a:xfrm>
            <a:prstGeom prst="line"/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4860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ah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4860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ah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48604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4860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ah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4860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ah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4860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ah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48608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4860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1048610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dirty="0" lang="en-US"/>
          </a:p>
        </p:txBody>
      </p:sp>
      <p:sp>
        <p:nvSpPr>
          <p:cNvPr id="1048611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algn="r" indent="0" marL="0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algn="ctr" indent="0" marL="457200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algn="ctr" indent="0" marL="914400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algn="ctr" indent="0" marL="1371600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algn="ctr" indent="0" marL="1828800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algn="ctr" indent="0" marL="2286000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algn="ctr" indent="0" marL="2743200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algn="ctr" indent="0" marL="3200400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algn="ctr" indent="0" marL="3657600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dirty="0" lang="en-US"/>
          </a:p>
        </p:txBody>
      </p:sp>
      <p:sp>
        <p:nvSpPr>
          <p:cNvPr id="104861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21D6C529-88AB-49FA-9D5A-753524B67508}" type="datetimeFigureOut">
              <a:rPr lang="en-ID" smtClean="0"/>
              <a:t>12/08/2025</a:t>
            </a:fld>
            <a:endParaRPr lang="en-ID"/>
          </a:p>
        </p:txBody>
      </p:sp>
      <p:sp>
        <p:nvSpPr>
          <p:cNvPr id="104861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ID"/>
          </a:p>
        </p:txBody>
      </p:sp>
      <p:sp>
        <p:nvSpPr>
          <p:cNvPr id="104861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7A60224B-4357-4F88-AAD2-828DBA32058F}" type="slidenum">
              <a:rPr lang="en-ID" smtClean="0"/>
              <a:t>‹#›</a:t>
            </a:fld>
            <a:endParaRPr lang="en-ID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4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64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dirty="0" lang="en-US"/>
          </a:p>
        </p:txBody>
      </p:sp>
      <p:sp>
        <p:nvSpPr>
          <p:cNvPr id="1048665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 lang="en-US"/>
          </a:p>
        </p:txBody>
      </p:sp>
      <p:sp>
        <p:nvSpPr>
          <p:cNvPr id="1048666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21D6C529-88AB-49FA-9D5A-753524B67508}" type="datetimeFigureOut">
              <a:rPr lang="en-ID" smtClean="0"/>
              <a:t>12/08/2025</a:t>
            </a:fld>
            <a:endParaRPr lang="en-ID"/>
          </a:p>
        </p:txBody>
      </p:sp>
      <p:sp>
        <p:nvSpPr>
          <p:cNvPr id="1048667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ID"/>
          </a:p>
        </p:txBody>
      </p:sp>
      <p:sp>
        <p:nvSpPr>
          <p:cNvPr id="1048668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7A60224B-4357-4F88-AAD2-828DBA32058F}" type="slidenum">
              <a:rPr lang="en-ID" smtClean="0"/>
              <a:t>‹#›</a:t>
            </a:fld>
            <a:endParaRPr lang="en-ID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secHead">
  <p:cSld name="Section Header">
    <p:spTree>
      <p:nvGrpSpPr>
        <p:cNvPr id="3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46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b="0" cap="none" sz="4000"/>
            </a:lvl1pPr>
          </a:lstStyle>
          <a:p>
            <a:r>
              <a:rPr lang="en-US"/>
              <a:t>Click to edit Master title style</a:t>
            </a:r>
            <a:endParaRPr dirty="0" lang="en-US"/>
          </a:p>
        </p:txBody>
      </p:sp>
      <p:sp>
        <p:nvSpPr>
          <p:cNvPr id="1048647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algn="l" indent="0" marL="0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indent="0" marL="45720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indent="0" marL="91440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indent="0" marL="13716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indent="0" marL="18288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indent="0" marL="22860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indent="0" marL="27432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indent="0" marL="32004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indent="0" marL="36576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648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21D6C529-88AB-49FA-9D5A-753524B67508}" type="datetimeFigureOut">
              <a:rPr lang="en-ID" smtClean="0"/>
              <a:t>12/08/2025</a:t>
            </a:fld>
            <a:endParaRPr lang="en-ID"/>
          </a:p>
        </p:txBody>
      </p:sp>
      <p:sp>
        <p:nvSpPr>
          <p:cNvPr id="1048649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ID"/>
          </a:p>
        </p:txBody>
      </p:sp>
      <p:sp>
        <p:nvSpPr>
          <p:cNvPr id="1048650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7A60224B-4357-4F88-AAD2-828DBA32058F}" type="slidenum">
              <a:rPr lang="en-ID" smtClean="0"/>
              <a:t>‹#›</a:t>
            </a:fld>
            <a:endParaRPr lang="en-ID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woObj">
  <p:cSld name="Two Content">
    <p:spTree>
      <p:nvGrpSpPr>
        <p:cNvPr id="4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74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Click to edit Master title style</a:t>
            </a:r>
            <a:endParaRPr dirty="0" lang="en-US"/>
          </a:p>
        </p:txBody>
      </p:sp>
      <p:sp>
        <p:nvSpPr>
          <p:cNvPr id="1048675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 lang="en-US"/>
          </a:p>
        </p:txBody>
      </p:sp>
      <p:sp>
        <p:nvSpPr>
          <p:cNvPr id="1048676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 lang="en-US"/>
          </a:p>
        </p:txBody>
      </p:sp>
      <p:sp>
        <p:nvSpPr>
          <p:cNvPr id="104867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21D6C529-88AB-49FA-9D5A-753524B67508}" type="datetimeFigureOut">
              <a:rPr lang="en-ID" smtClean="0"/>
              <a:t>12/08/2025</a:t>
            </a:fld>
            <a:endParaRPr lang="en-ID"/>
          </a:p>
        </p:txBody>
      </p:sp>
      <p:sp>
        <p:nvSpPr>
          <p:cNvPr id="1048678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ID"/>
          </a:p>
        </p:txBody>
      </p:sp>
      <p:sp>
        <p:nvSpPr>
          <p:cNvPr id="1048679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7A60224B-4357-4F88-AAD2-828DBA32058F}" type="slidenum">
              <a:rPr lang="en-ID" smtClean="0"/>
              <a:t>‹#›</a:t>
            </a:fld>
            <a:endParaRPr lang="en-ID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woTxTwoObj">
  <p:cSld name="Comparison">
    <p:spTree>
      <p:nvGrpSpPr>
        <p:cNvPr id="4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51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Click to edit Master title style</a:t>
            </a:r>
            <a:endParaRPr dirty="0" lang="en-US"/>
          </a:p>
        </p:txBody>
      </p:sp>
      <p:sp>
        <p:nvSpPr>
          <p:cNvPr id="1048652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indent="0" marL="0">
              <a:buNone/>
              <a:defRPr b="0" sz="2400"/>
            </a:lvl1pPr>
            <a:lvl2pPr indent="0" marL="457200">
              <a:buNone/>
              <a:defRPr b="1" sz="2000"/>
            </a:lvl2pPr>
            <a:lvl3pPr indent="0" marL="914400">
              <a:buNone/>
              <a:defRPr b="1" sz="1800"/>
            </a:lvl3pPr>
            <a:lvl4pPr indent="0" marL="1371600">
              <a:buNone/>
              <a:defRPr b="1" sz="1600"/>
            </a:lvl4pPr>
            <a:lvl5pPr indent="0" marL="1828800">
              <a:buNone/>
              <a:defRPr b="1" sz="1600"/>
            </a:lvl5pPr>
            <a:lvl6pPr indent="0" marL="2286000">
              <a:buNone/>
              <a:defRPr b="1" sz="1600"/>
            </a:lvl6pPr>
            <a:lvl7pPr indent="0" marL="2743200">
              <a:buNone/>
              <a:defRPr b="1" sz="1600"/>
            </a:lvl7pPr>
            <a:lvl8pPr indent="0" marL="3200400">
              <a:buNone/>
              <a:defRPr b="1" sz="1600"/>
            </a:lvl8pPr>
            <a:lvl9pPr indent="0" marL="3657600">
              <a:buNone/>
              <a:defRPr b="1"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653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 lang="en-US"/>
          </a:p>
        </p:txBody>
      </p:sp>
      <p:sp>
        <p:nvSpPr>
          <p:cNvPr id="1048654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indent="0" marL="0">
              <a:buNone/>
              <a:defRPr b="0" sz="2400"/>
            </a:lvl1pPr>
            <a:lvl2pPr indent="0" marL="457200">
              <a:buNone/>
              <a:defRPr b="1" sz="2000"/>
            </a:lvl2pPr>
            <a:lvl3pPr indent="0" marL="914400">
              <a:buNone/>
              <a:defRPr b="1" sz="1800"/>
            </a:lvl3pPr>
            <a:lvl4pPr indent="0" marL="1371600">
              <a:buNone/>
              <a:defRPr b="1" sz="1600"/>
            </a:lvl4pPr>
            <a:lvl5pPr indent="0" marL="1828800">
              <a:buNone/>
              <a:defRPr b="1" sz="1600"/>
            </a:lvl5pPr>
            <a:lvl6pPr indent="0" marL="2286000">
              <a:buNone/>
              <a:defRPr b="1" sz="1600"/>
            </a:lvl6pPr>
            <a:lvl7pPr indent="0" marL="2743200">
              <a:buNone/>
              <a:defRPr b="1" sz="1600"/>
            </a:lvl7pPr>
            <a:lvl8pPr indent="0" marL="3200400">
              <a:buNone/>
              <a:defRPr b="1" sz="1600"/>
            </a:lvl8pPr>
            <a:lvl9pPr indent="0" marL="3657600">
              <a:buNone/>
              <a:defRPr b="1"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655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 lang="en-US"/>
          </a:p>
        </p:txBody>
      </p:sp>
      <p:sp>
        <p:nvSpPr>
          <p:cNvPr id="1048656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21D6C529-88AB-49FA-9D5A-753524B67508}" type="datetimeFigureOut">
              <a:rPr lang="en-ID" smtClean="0"/>
              <a:t>12/08/2025</a:t>
            </a:fld>
            <a:endParaRPr lang="en-ID"/>
          </a:p>
        </p:txBody>
      </p:sp>
      <p:sp>
        <p:nvSpPr>
          <p:cNvPr id="1048657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ID"/>
          </a:p>
        </p:txBody>
      </p:sp>
      <p:sp>
        <p:nvSpPr>
          <p:cNvPr id="1048658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7A60224B-4357-4F88-AAD2-828DBA32058F}" type="slidenum">
              <a:rPr lang="en-ID" smtClean="0"/>
              <a:t>‹#›</a:t>
            </a:fld>
            <a:endParaRPr lang="en-ID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itleOnly">
  <p:cSld name="Title Only">
    <p:spTree>
      <p:nvGrpSpPr>
        <p:cNvPr id="3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5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p>
            <a:r>
              <a:rPr lang="en-US"/>
              <a:t>Click to edit Master title style</a:t>
            </a:r>
            <a:endParaRPr dirty="0" lang="en-US"/>
          </a:p>
        </p:txBody>
      </p:sp>
      <p:sp>
        <p:nvSpPr>
          <p:cNvPr id="1048616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21D6C529-88AB-49FA-9D5A-753524B67508}" type="datetimeFigureOut">
              <a:rPr lang="en-ID" smtClean="0"/>
              <a:t>12/08/2025</a:t>
            </a:fld>
            <a:endParaRPr lang="en-ID"/>
          </a:p>
        </p:txBody>
      </p:sp>
      <p:sp>
        <p:nvSpPr>
          <p:cNvPr id="1048617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ID"/>
          </a:p>
        </p:txBody>
      </p:sp>
      <p:sp>
        <p:nvSpPr>
          <p:cNvPr id="1048618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7A60224B-4357-4F88-AAD2-828DBA32058F}" type="slidenum">
              <a:rPr lang="en-ID" smtClean="0"/>
              <a:t>‹#›</a:t>
            </a:fld>
            <a:endParaRPr lang="en-ID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blank">
  <p:cSld name="Blank">
    <p:spTree>
      <p:nvGrpSpPr>
        <p:cNvPr id="2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9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21D6C529-88AB-49FA-9D5A-753524B67508}" type="datetimeFigureOut">
              <a:rPr lang="en-ID" smtClean="0"/>
              <a:t>12/08/2025</a:t>
            </a:fld>
            <a:endParaRPr lang="en-ID"/>
          </a:p>
        </p:txBody>
      </p:sp>
      <p:sp>
        <p:nvSpPr>
          <p:cNvPr id="1048590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ID"/>
          </a:p>
        </p:txBody>
      </p:sp>
      <p:sp>
        <p:nvSpPr>
          <p:cNvPr id="1048591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7A60224B-4357-4F88-AAD2-828DBA32058F}" type="slidenum">
              <a:rPr lang="en-ID" smtClean="0"/>
              <a:t>‹#›</a:t>
            </a:fld>
            <a:endParaRPr lang="en-ID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Tx">
  <p:cSld name="Content with Caption">
    <p:spTree>
      <p:nvGrpSpPr>
        <p:cNvPr id="4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86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dirty="0" lang="en-US"/>
          </a:p>
        </p:txBody>
      </p:sp>
      <p:sp>
        <p:nvSpPr>
          <p:cNvPr id="1048687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 lang="en-US"/>
          </a:p>
        </p:txBody>
      </p:sp>
      <p:sp>
        <p:nvSpPr>
          <p:cNvPr id="1048688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indent="0" marL="0">
              <a:buNone/>
              <a:defRPr sz="1400"/>
            </a:lvl1pPr>
            <a:lvl2pPr indent="0" marL="457063">
              <a:buNone/>
              <a:defRPr sz="1400"/>
            </a:lvl2pPr>
            <a:lvl3pPr indent="0" marL="914126">
              <a:buNone/>
              <a:defRPr sz="1200"/>
            </a:lvl3pPr>
            <a:lvl4pPr indent="0" marL="1371189">
              <a:buNone/>
              <a:defRPr sz="1000"/>
            </a:lvl4pPr>
            <a:lvl5pPr indent="0" marL="1828251">
              <a:buNone/>
              <a:defRPr sz="1000"/>
            </a:lvl5pPr>
            <a:lvl6pPr indent="0" marL="2285314">
              <a:buNone/>
              <a:defRPr sz="1000"/>
            </a:lvl6pPr>
            <a:lvl7pPr indent="0" marL="2742377">
              <a:buNone/>
              <a:defRPr sz="1000"/>
            </a:lvl7pPr>
            <a:lvl8pPr indent="0" marL="3199440">
              <a:buNone/>
              <a:defRPr sz="1000"/>
            </a:lvl8pPr>
            <a:lvl9pPr indent="0" marL="3656503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689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21D6C529-88AB-49FA-9D5A-753524B67508}" type="datetimeFigureOut">
              <a:rPr lang="en-ID" smtClean="0"/>
              <a:t>12/08/2025</a:t>
            </a:fld>
            <a:endParaRPr lang="en-ID"/>
          </a:p>
        </p:txBody>
      </p:sp>
      <p:sp>
        <p:nvSpPr>
          <p:cNvPr id="1048690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ID"/>
          </a:p>
        </p:txBody>
      </p:sp>
      <p:sp>
        <p:nvSpPr>
          <p:cNvPr id="1048691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7A60224B-4357-4F88-AAD2-828DBA32058F}" type="slidenum">
              <a:rPr lang="en-ID" smtClean="0"/>
              <a:t>‹#›</a:t>
            </a:fld>
            <a:endParaRPr lang="en-ID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picTx">
  <p:cSld name="Picture with Caption">
    <p:spTree>
      <p:nvGrpSpPr>
        <p:cNvPr id="3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5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b="0" sz="2400"/>
            </a:lvl1pPr>
          </a:lstStyle>
          <a:p>
            <a:r>
              <a:rPr lang="en-US"/>
              <a:t>Click to edit Master title style</a:t>
            </a:r>
            <a:endParaRPr dirty="0" lang="en-US"/>
          </a:p>
        </p:txBody>
      </p:sp>
      <p:sp>
        <p:nvSpPr>
          <p:cNvPr id="1048636" name="Picture Placeholder 2"/>
          <p:cNvSpPr>
            <a:spLocks noChangeAspect="1" noGrp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algn="ctr" indent="0" marL="0">
              <a:buNone/>
              <a:defRPr sz="1600"/>
            </a:lvl1pPr>
            <a:lvl2pPr indent="0" marL="457200">
              <a:buNone/>
              <a:defRPr sz="1600"/>
            </a:lvl2pPr>
            <a:lvl3pPr indent="0" marL="914400">
              <a:buNone/>
              <a:defRPr sz="1600"/>
            </a:lvl3pPr>
            <a:lvl4pPr indent="0" marL="1371600">
              <a:buNone/>
              <a:defRPr sz="1600"/>
            </a:lvl4pPr>
            <a:lvl5pPr indent="0" marL="1828800">
              <a:buNone/>
              <a:defRPr sz="1600"/>
            </a:lvl5pPr>
            <a:lvl6pPr indent="0" marL="2286000">
              <a:buNone/>
              <a:defRPr sz="1600"/>
            </a:lvl6pPr>
            <a:lvl7pPr indent="0" marL="2743200">
              <a:buNone/>
              <a:defRPr sz="1600"/>
            </a:lvl7pPr>
            <a:lvl8pPr indent="0" marL="3200400">
              <a:buNone/>
              <a:defRPr sz="1600"/>
            </a:lvl8pPr>
            <a:lvl9pPr indent="0" marL="365760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dirty="0" lang="en-US"/>
          </a:p>
        </p:txBody>
      </p:sp>
      <p:sp>
        <p:nvSpPr>
          <p:cNvPr id="1048637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indent="0" marL="0">
              <a:buNone/>
              <a:defRPr sz="1200"/>
            </a:lvl1pPr>
            <a:lvl2pPr indent="0" marL="457200">
              <a:buNone/>
              <a:defRPr sz="1200"/>
            </a:lvl2pPr>
            <a:lvl3pPr indent="0" marL="914400">
              <a:buNone/>
              <a:defRPr sz="1000"/>
            </a:lvl3pPr>
            <a:lvl4pPr indent="0" marL="1371600">
              <a:buNone/>
              <a:defRPr sz="900"/>
            </a:lvl4pPr>
            <a:lvl5pPr indent="0" marL="1828800">
              <a:buNone/>
              <a:defRPr sz="900"/>
            </a:lvl5pPr>
            <a:lvl6pPr indent="0" marL="2286000">
              <a:buNone/>
              <a:defRPr sz="900"/>
            </a:lvl6pPr>
            <a:lvl7pPr indent="0" marL="2743200">
              <a:buNone/>
              <a:defRPr sz="900"/>
            </a:lvl7pPr>
            <a:lvl8pPr indent="0" marL="3200400">
              <a:buNone/>
              <a:defRPr sz="900"/>
            </a:lvl8pPr>
            <a:lvl9pPr indent="0" marL="365760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638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21D6C529-88AB-49FA-9D5A-753524B67508}" type="datetimeFigureOut">
              <a:rPr lang="en-ID" smtClean="0"/>
              <a:t>12/08/2025</a:t>
            </a:fld>
            <a:endParaRPr lang="en-ID"/>
          </a:p>
        </p:txBody>
      </p:sp>
      <p:sp>
        <p:nvSpPr>
          <p:cNvPr id="1048639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ID"/>
          </a:p>
        </p:txBody>
      </p:sp>
      <p:sp>
        <p:nvSpPr>
          <p:cNvPr id="1048640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7A60224B-4357-4F88-AAD2-828DBA32058F}" type="slidenum">
              <a:rPr lang="en-ID" smtClean="0"/>
              <a:t>‹#›</a:t>
            </a:fld>
            <a:endParaRPr lang="en-ID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4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69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b="0" cap="none" sz="4400"/>
            </a:lvl1pPr>
          </a:lstStyle>
          <a:p>
            <a:r>
              <a:rPr lang="en-US"/>
              <a:t>Click to edit Master title style</a:t>
            </a:r>
            <a:endParaRPr dirty="0" lang="en-US"/>
          </a:p>
        </p:txBody>
      </p:sp>
      <p:sp>
        <p:nvSpPr>
          <p:cNvPr id="1048670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algn="l" indent="0" marL="0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indent="0" marL="45720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indent="0" marL="91440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indent="0" marL="13716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indent="0" marL="18288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indent="0" marL="22860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indent="0" marL="27432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indent="0" marL="32004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indent="0" marL="36576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671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21D6C529-88AB-49FA-9D5A-753524B67508}" type="datetimeFigureOut">
              <a:rPr lang="en-ID" smtClean="0"/>
              <a:t>12/08/2025</a:t>
            </a:fld>
            <a:endParaRPr lang="en-ID"/>
          </a:p>
        </p:txBody>
      </p:sp>
      <p:sp>
        <p:nvSpPr>
          <p:cNvPr id="1048672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ID"/>
          </a:p>
        </p:txBody>
      </p:sp>
      <p:sp>
        <p:nvSpPr>
          <p:cNvPr id="1048673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7A60224B-4357-4F88-AAD2-828DBA32058F}" type="slidenum">
              <a:rPr lang="en-ID" smtClean="0"/>
              <a:t>‹#›</a:t>
            </a:fld>
            <a:endParaRPr lang="en-ID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3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7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b="0" cap="none" sz="4400"/>
            </a:lvl1pPr>
          </a:lstStyle>
          <a:p>
            <a:r>
              <a:rPr lang="en-US"/>
              <a:t>Click to edit Master title style</a:t>
            </a:r>
            <a:endParaRPr dirty="0" lang="en-US"/>
          </a:p>
        </p:txBody>
      </p:sp>
      <p:sp>
        <p:nvSpPr>
          <p:cNvPr id="1048628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indent="0" marL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indent="0" marL="457200">
              <a:buFontTx/>
              <a:buNone/>
            </a:lvl2pPr>
            <a:lvl3pPr indent="0" marL="914400">
              <a:buFontTx/>
              <a:buNone/>
            </a:lvl3pPr>
            <a:lvl4pPr indent="0" marL="1371600">
              <a:buFontTx/>
              <a:buNone/>
            </a:lvl4pPr>
            <a:lvl5pPr indent="0" marL="1828800">
              <a:buFontTx/>
              <a:buNone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629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algn="l" indent="0" marL="0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indent="0" marL="45720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indent="0" marL="91440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indent="0" marL="13716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indent="0" marL="18288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indent="0" marL="22860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indent="0" marL="27432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indent="0" marL="32004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indent="0" marL="36576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630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21D6C529-88AB-49FA-9D5A-753524B67508}" type="datetimeFigureOut">
              <a:rPr lang="en-ID" smtClean="0"/>
              <a:t>12/08/2025</a:t>
            </a:fld>
            <a:endParaRPr lang="en-ID"/>
          </a:p>
        </p:txBody>
      </p:sp>
      <p:sp>
        <p:nvSpPr>
          <p:cNvPr id="1048631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ID"/>
          </a:p>
        </p:txBody>
      </p:sp>
      <p:sp>
        <p:nvSpPr>
          <p:cNvPr id="1048632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7A60224B-4357-4F88-AAD2-828DBA32058F}" type="slidenum">
              <a:rPr lang="en-ID" smtClean="0"/>
              <a:t>‹#›</a:t>
            </a:fld>
            <a:endParaRPr lang="en-ID"/>
          </a:p>
        </p:txBody>
      </p:sp>
      <p:sp>
        <p:nvSpPr>
          <p:cNvPr id="1048633" name="TextBox 19"/>
          <p:cNvSpPr txBox="1"/>
          <p:nvPr/>
        </p:nvSpPr>
        <p:spPr>
          <a:xfrm>
            <a:off x="541870" y="790378"/>
            <a:ext cx="609600" cy="584776"/>
          </a:xfrm>
          <a:prstGeom prst="rect"/>
        </p:spPr>
        <p:txBody>
          <a:bodyPr anchor="ctr" bIns="45720" lIns="91440" rIns="91440" rtlCol="0" tIns="45720" vert="horz">
            <a:noAutofit/>
          </a:bodyPr>
          <a:p>
            <a:pPr lvl="0"/>
            <a:r>
              <a:rPr baseline="0" dirty="0" sz="8000" lang="en-US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048634" name="TextBox 21"/>
          <p:cNvSpPr txBox="1"/>
          <p:nvPr/>
        </p:nvSpPr>
        <p:spPr>
          <a:xfrm>
            <a:off x="8893011" y="2886556"/>
            <a:ext cx="609600" cy="584776"/>
          </a:xfrm>
          <a:prstGeom prst="rect"/>
        </p:spPr>
        <p:txBody>
          <a:bodyPr anchor="ctr" bIns="45720" lIns="91440" rIns="91440" rtlCol="0" tIns="45720" vert="horz">
            <a:noAutofit/>
          </a:bodyPr>
          <a:p>
            <a:pPr lvl="0"/>
            <a:r>
              <a:rPr baseline="0" dirty="0" sz="8000" lang="en-US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dirty="0" lang="en-US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4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59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b="0" cap="none" sz="4400"/>
            </a:lvl1pPr>
          </a:lstStyle>
          <a:p>
            <a:r>
              <a:rPr lang="en-US"/>
              <a:t>Click to edit Master title style</a:t>
            </a:r>
            <a:endParaRPr dirty="0" lang="en-US"/>
          </a:p>
        </p:txBody>
      </p:sp>
      <p:sp>
        <p:nvSpPr>
          <p:cNvPr id="1048660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algn="l" indent="0" marL="0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indent="0" marL="45720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indent="0" marL="91440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indent="0" marL="13716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indent="0" marL="18288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indent="0" marL="22860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indent="0" marL="27432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indent="0" marL="32004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indent="0" marL="36576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661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21D6C529-88AB-49FA-9D5A-753524B67508}" type="datetimeFigureOut">
              <a:rPr lang="en-ID" smtClean="0"/>
              <a:t>12/08/2025</a:t>
            </a:fld>
            <a:endParaRPr lang="en-ID"/>
          </a:p>
        </p:txBody>
      </p:sp>
      <p:sp>
        <p:nvSpPr>
          <p:cNvPr id="1048662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ID"/>
          </a:p>
        </p:txBody>
      </p:sp>
      <p:sp>
        <p:nvSpPr>
          <p:cNvPr id="1048663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7A60224B-4357-4F88-AAD2-828DBA32058F}" type="slidenum">
              <a:rPr lang="en-ID" smtClean="0"/>
              <a:t>‹#›</a:t>
            </a:fld>
            <a:endParaRPr lang="en-ID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3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9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b="0" cap="none" sz="4400"/>
            </a:lvl1pPr>
          </a:lstStyle>
          <a:p>
            <a:r>
              <a:rPr lang="en-US"/>
              <a:t>Click to edit Master title style</a:t>
            </a:r>
            <a:endParaRPr dirty="0" lang="en-US"/>
          </a:p>
        </p:txBody>
      </p:sp>
      <p:sp>
        <p:nvSpPr>
          <p:cNvPr id="104862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indent="0" marL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indent="0" marL="457200">
              <a:buFontTx/>
              <a:buNone/>
            </a:lvl2pPr>
            <a:lvl3pPr indent="0" marL="914400">
              <a:buFontTx/>
              <a:buNone/>
            </a:lvl3pPr>
            <a:lvl4pPr indent="0" marL="1371600">
              <a:buFontTx/>
              <a:buNone/>
            </a:lvl4pPr>
            <a:lvl5pPr indent="0" marL="1828800">
              <a:buFontTx/>
              <a:buNone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621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algn="l" indent="0" marL="0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indent="0" marL="45720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indent="0" marL="91440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indent="0" marL="13716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indent="0" marL="18288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indent="0" marL="22860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indent="0" marL="27432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indent="0" marL="32004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indent="0" marL="36576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62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21D6C529-88AB-49FA-9D5A-753524B67508}" type="datetimeFigureOut">
              <a:rPr lang="en-ID" smtClean="0"/>
              <a:t>12/08/2025</a:t>
            </a:fld>
            <a:endParaRPr lang="en-ID"/>
          </a:p>
        </p:txBody>
      </p:sp>
      <p:sp>
        <p:nvSpPr>
          <p:cNvPr id="104862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ID"/>
          </a:p>
        </p:txBody>
      </p:sp>
      <p:sp>
        <p:nvSpPr>
          <p:cNvPr id="104862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7A60224B-4357-4F88-AAD2-828DBA32058F}" type="slidenum">
              <a:rPr lang="en-ID" smtClean="0"/>
              <a:t>‹#›</a:t>
            </a:fld>
            <a:endParaRPr lang="en-ID"/>
          </a:p>
        </p:txBody>
      </p:sp>
      <p:sp>
        <p:nvSpPr>
          <p:cNvPr id="1048625" name="TextBox 23"/>
          <p:cNvSpPr txBox="1"/>
          <p:nvPr/>
        </p:nvSpPr>
        <p:spPr>
          <a:xfrm>
            <a:off x="541870" y="790378"/>
            <a:ext cx="609600" cy="584776"/>
          </a:xfrm>
          <a:prstGeom prst="rect"/>
        </p:spPr>
        <p:txBody>
          <a:bodyPr anchor="ctr" bIns="45720" lIns="91440" rIns="91440" rtlCol="0" tIns="45720" vert="horz">
            <a:noAutofit/>
          </a:bodyPr>
          <a:p>
            <a:pPr lvl="0"/>
            <a:r>
              <a:rPr baseline="0" dirty="0" sz="8000" lang="en-US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048626" name="TextBox 24"/>
          <p:cNvSpPr txBox="1"/>
          <p:nvPr/>
        </p:nvSpPr>
        <p:spPr>
          <a:xfrm>
            <a:off x="8893011" y="2886556"/>
            <a:ext cx="609600" cy="584776"/>
          </a:xfrm>
          <a:prstGeom prst="rect"/>
        </p:spPr>
        <p:txBody>
          <a:bodyPr anchor="ctr" bIns="45720" lIns="91440" rIns="91440" rtlCol="0" tIns="45720" vert="horz">
            <a:noAutofit/>
          </a:bodyPr>
          <a:p>
            <a:pPr lvl="0"/>
            <a:r>
              <a:rPr baseline="0" dirty="0" sz="8000" lang="en-US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4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80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b="0" cap="none" sz="4400"/>
            </a:lvl1pPr>
          </a:lstStyle>
          <a:p>
            <a:r>
              <a:rPr lang="en-US"/>
              <a:t>Click to edit Master title style</a:t>
            </a:r>
            <a:endParaRPr dirty="0" lang="en-US"/>
          </a:p>
        </p:txBody>
      </p:sp>
      <p:sp>
        <p:nvSpPr>
          <p:cNvPr id="104868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indent="0" marL="0">
              <a:buFontTx/>
              <a:buNone/>
              <a:defRPr sz="2400">
                <a:solidFill>
                  <a:schemeClr val="accent1"/>
                </a:solidFill>
              </a:defRPr>
            </a:lvl1pPr>
            <a:lvl2pPr indent="0" marL="457200">
              <a:buFontTx/>
              <a:buNone/>
            </a:lvl2pPr>
            <a:lvl3pPr indent="0" marL="914400">
              <a:buFontTx/>
              <a:buNone/>
            </a:lvl3pPr>
            <a:lvl4pPr indent="0" marL="1371600">
              <a:buFontTx/>
              <a:buNone/>
            </a:lvl4pPr>
            <a:lvl5pPr indent="0" marL="1828800">
              <a:buFontTx/>
              <a:buNone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682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algn="l" indent="0" marL="0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indent="0" marL="45720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indent="0" marL="91440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indent="0" marL="13716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indent="0" marL="18288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indent="0" marL="22860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indent="0" marL="27432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indent="0" marL="32004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indent="0" marL="36576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68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21D6C529-88AB-49FA-9D5A-753524B67508}" type="datetimeFigureOut">
              <a:rPr lang="en-ID" smtClean="0"/>
              <a:t>12/08/2025</a:t>
            </a:fld>
            <a:endParaRPr lang="en-ID"/>
          </a:p>
        </p:txBody>
      </p:sp>
      <p:sp>
        <p:nvSpPr>
          <p:cNvPr id="104868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ID"/>
          </a:p>
        </p:txBody>
      </p:sp>
      <p:sp>
        <p:nvSpPr>
          <p:cNvPr id="104868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7A60224B-4357-4F88-AAD2-828DBA32058F}" type="slidenum">
              <a:rPr lang="en-ID" smtClean="0"/>
              <a:t>‹#›</a:t>
            </a:fld>
            <a:endParaRPr lang="en-ID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vertTx">
  <p:cSld name="Title and Vertical Text">
    <p:spTree>
      <p:nvGrpSpPr>
        <p:cNvPr id="3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41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Click to edit Master title style</a:t>
            </a:r>
            <a:endParaRPr dirty="0" lang="en-US"/>
          </a:p>
        </p:txBody>
      </p:sp>
      <p:sp>
        <p:nvSpPr>
          <p:cNvPr id="1048642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 lang="en-US"/>
          </a:p>
        </p:txBody>
      </p:sp>
      <p:sp>
        <p:nvSpPr>
          <p:cNvPr id="104864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21D6C529-88AB-49FA-9D5A-753524B67508}" type="datetimeFigureOut">
              <a:rPr lang="en-ID" smtClean="0"/>
              <a:t>12/08/2025</a:t>
            </a:fld>
            <a:endParaRPr lang="en-ID"/>
          </a:p>
        </p:txBody>
      </p:sp>
      <p:sp>
        <p:nvSpPr>
          <p:cNvPr id="104864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ID"/>
          </a:p>
        </p:txBody>
      </p:sp>
      <p:sp>
        <p:nvSpPr>
          <p:cNvPr id="104864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7A60224B-4357-4F88-AAD2-828DBA32058F}" type="slidenum">
              <a:rPr lang="en-ID" smtClean="0"/>
              <a:t>‹#›</a:t>
            </a:fld>
            <a:endParaRPr lang="en-ID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vertTitleAndTx">
  <p:cSld name="Vertical Title and Text">
    <p:spTree>
      <p:nvGrpSpPr>
        <p:cNvPr id="4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9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anchor="ctr" vert="eaVert"/>
          <a:p>
            <a:r>
              <a:rPr lang="en-US"/>
              <a:t>Click to edit Master title style</a:t>
            </a:r>
            <a:endParaRPr dirty="0" lang="en-US"/>
          </a:p>
        </p:txBody>
      </p:sp>
      <p:sp>
        <p:nvSpPr>
          <p:cNvPr id="104869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 lang="en-US"/>
          </a:p>
        </p:txBody>
      </p:sp>
      <p:sp>
        <p:nvSpPr>
          <p:cNvPr id="104869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21D6C529-88AB-49FA-9D5A-753524B67508}" type="datetimeFigureOut">
              <a:rPr lang="en-ID" smtClean="0"/>
              <a:t>12/08/2025</a:t>
            </a:fld>
            <a:endParaRPr lang="en-ID"/>
          </a:p>
        </p:txBody>
      </p:sp>
      <p:sp>
        <p:nvSpPr>
          <p:cNvPr id="104869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ID"/>
          </a:p>
        </p:txBody>
      </p:sp>
      <p:sp>
        <p:nvSpPr>
          <p:cNvPr id="104869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7A60224B-4357-4F88-AAD2-828DBA32058F}" type="slidenum">
              <a:rPr lang="en-ID" smtClean="0"/>
              <a:t>‹#›</a:t>
            </a:fld>
            <a:endParaRPr lang="en-ID"/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145728" name="Straight Connector 19"/>
            <p:cNvCxnSpPr>
              <a:cxnSpLocks/>
            </p:cNvCxnSpPr>
            <p:nvPr/>
          </p:nvCxnSpPr>
          <p:spPr>
            <a:xfrm>
              <a:off x="9371012" y="0"/>
              <a:ext cx="1219200" cy="6858000"/>
            </a:xfrm>
            <a:prstGeom prst="line"/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45729" name="Straight Connector 20"/>
            <p:cNvCxnSpPr>
              <a:cxnSpLocks/>
            </p:cNvCxnSpPr>
            <p:nvPr/>
          </p:nvCxnSpPr>
          <p:spPr>
            <a:xfrm flipH="1">
              <a:off x="7425267" y="3681413"/>
              <a:ext cx="4763558" cy="3176587"/>
            </a:xfrm>
            <a:prstGeom prst="line"/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48576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ah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48577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ah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48578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48579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ah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48580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ah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48581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ah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48582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48583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1048584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/>
        </p:spPr>
        <p:txBody>
          <a:bodyPr anchor="t" bIns="45720" lIns="91440" rIns="91440" rtlCol="0" tIns="45720" vert="horz">
            <a:normAutofit/>
          </a:bodyPr>
          <a:p>
            <a:r>
              <a:rPr lang="en-US"/>
              <a:t>Click to edit Master title style</a:t>
            </a:r>
            <a:endParaRPr dirty="0" lang="en-US"/>
          </a:p>
        </p:txBody>
      </p:sp>
      <p:sp>
        <p:nvSpPr>
          <p:cNvPr id="1048585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/>
        </p:spPr>
        <p:txBody>
          <a:bodyPr bIns="45720" lIns="91440" rIns="91440" rtlCol="0" tIns="45720" vert="horz">
            <a:normAutofit/>
          </a:bodyPr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 lang="en-US"/>
          </a:p>
        </p:txBody>
      </p:sp>
      <p:sp>
        <p:nvSpPr>
          <p:cNvPr id="1048586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/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1D6C529-88AB-49FA-9D5A-753524B67508}" type="datetimeFigureOut">
              <a:rPr lang="en-ID" smtClean="0"/>
              <a:t>12/08/2025</a:t>
            </a:fld>
            <a:endParaRPr lang="en-ID"/>
          </a:p>
        </p:txBody>
      </p:sp>
      <p:sp>
        <p:nvSpPr>
          <p:cNvPr id="1048587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/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D"/>
          </a:p>
        </p:txBody>
      </p:sp>
      <p:sp>
        <p:nvSpPr>
          <p:cNvPr id="1048588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/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7A60224B-4357-4F88-AAD2-828DBA32058F}" type="slidenum">
              <a:rPr lang="en-ID" smtClean="0"/>
              <a:t>‹#›</a:t>
            </a:fld>
            <a:endParaRPr lang="en-ID"/>
          </a:p>
        </p:txBody>
      </p:sp>
    </p:spTree>
  </p:cSld>
  <p:clrMap accent1="accent1" accent2="accent2" accent3="accent3" accent4="accent4" accent5="accent5" accent6="accent6" bg1="lt1" bg2="lt2" tx1="dk1" tx2="dk2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</p:sldLayoutIdLst>
  <p:txStyles>
    <p:titleStyle>
      <a:lvl1pPr algn="l" defTabSz="457200" eaLnBrk="1" hangingPunct="1" latinLnBrk="0" rtl="0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algn="l" defTabSz="457200" eaLnBrk="1" hangingPunct="1" indent="-342900" latinLnBrk="0" marL="342900" rtl="0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algn="l" defTabSz="457200" eaLnBrk="1" hangingPunct="1" indent="-285750" latinLnBrk="0" marL="742950" rtl="0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algn="l" defTabSz="457200" eaLnBrk="1" hangingPunct="1" indent="-228600" latinLnBrk="0" marL="1143000" rtl="0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algn="l" defTabSz="457200" eaLnBrk="1" hangingPunct="1" indent="-228600" latinLnBrk="0" marL="1600200" rtl="0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algn="l" defTabSz="457200" eaLnBrk="1" hangingPunct="1" indent="-228600" latinLnBrk="0" marL="2057400" rtl="0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algn="l" defTabSz="457200" eaLnBrk="1" hangingPunct="1" indent="-228600" latinLnBrk="0" marL="2514600" rtl="0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algn="l" defTabSz="457200" eaLnBrk="1" hangingPunct="1" indent="-228600" latinLnBrk="0" marL="2971800" rtl="0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algn="l" defTabSz="457200" eaLnBrk="1" hangingPunct="1" indent="-228600" latinLnBrk="0" marL="3429000" rtl="0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algn="l" defTabSz="457200" eaLnBrk="1" hangingPunct="1" indent="-228600" latinLnBrk="0" marL="3886200" rtl="0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457200" eaLnBrk="1" hangingPunct="1" latinLnBrk="0" marL="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algn="l" defTabSz="457200" eaLnBrk="1" hangingPunct="1" latinLnBrk="0" marL="4572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algn="l" defTabSz="457200" eaLnBrk="1" hangingPunct="1" latinLnBrk="0" marL="9144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algn="l" defTabSz="457200" eaLnBrk="1" hangingPunct="1" latinLnBrk="0" marL="13716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algn="l" defTabSz="457200" eaLnBrk="1" hangingPunct="1" latinLnBrk="0" marL="18288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algn="l" defTabSz="457200" eaLnBrk="1" hangingPunct="1" latinLnBrk="0" marL="22860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algn="l" defTabSz="457200" eaLnBrk="1" hangingPunct="1" latinLnBrk="0" marL="27432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algn="l" defTabSz="457200" eaLnBrk="1" hangingPunct="1" latinLnBrk="0" marL="32004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algn="l" defTabSz="457200" eaLnBrk="1" hangingPunct="1" latinLnBrk="0" marL="36576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image" Target="../media/image1.emf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7.xml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oleObject" Target="../embeddings/oleObject0.bin"/><Relationship Id="rId2" Type="http://schemas.openxmlformats.org/officeDocument/2006/relationships/image" Target="../media/image3.emf"/><Relationship Id="rId3" Type="http://schemas.openxmlformats.org/officeDocument/2006/relationships/image" Target="../media/image4.png"/><Relationship Id="rId4" Type="http://schemas.openxmlformats.org/officeDocument/2006/relationships/slideLayout" Target="../slideLayouts/slideLayout7.xml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oleObject" Target="../embeddings/oleObject1.bin"/><Relationship Id="rId2" Type="http://schemas.openxmlformats.org/officeDocument/2006/relationships/image" Target="../media/image5.emf"/><Relationship Id="rId3" Type="http://schemas.openxmlformats.org/officeDocument/2006/relationships/slideLayout" Target="../slideLayouts/slideLayout7.xml"/></Relationships>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oleObject" Target="../embeddings/oleObject2.bin"/><Relationship Id="rId2" Type="http://schemas.openxmlformats.org/officeDocument/2006/relationships/image" Target="../media/image6.emf"/><Relationship Id="rId3" Type="http://schemas.openxmlformats.org/officeDocument/2006/relationships/image" Target="../media/image7.png"/><Relationship Id="rId4" Type="http://schemas.openxmlformats.org/officeDocument/2006/relationships/slideLayout" Target="../slideLayouts/slideLayout7.xml"/></Relationships>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 shadeToTitle="1">
        <a:gradFill flip="none" rotWithShape="1">
          <a:gsLst>
            <a:gs pos="500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path path="shape">
            <a:fillToRect l="50000" t="50000" r="50000" b="50000"/>
          </a:path>
        </a:gradFill>
        <a:effectLst/>
      </p:bgPr>
    </p:bg>
    <p:spTree>
      <p:nvGrpSpPr>
        <p:cNvPr id="2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2" name="Rectangle 1"/>
          <p:cNvSpPr/>
          <p:nvPr/>
        </p:nvSpPr>
        <p:spPr>
          <a:xfrm>
            <a:off x="1776409" y="2551837"/>
            <a:ext cx="7509106" cy="1691640"/>
          </a:xfrm>
          <a:prstGeom prst="rect"/>
          <a:noFill/>
          <a:effectLst>
            <a:glow rad="228600">
              <a:schemeClr val="accent2">
                <a:satMod val="175000"/>
                <a:alpha val="40000"/>
              </a:schemeClr>
            </a:glow>
            <a:innerShdw blurRad="63500" dir="8100000" dist="50800">
              <a:prstClr val="black">
                <a:alpha val="50000"/>
              </a:prstClr>
            </a:innerShdw>
          </a:effectLst>
        </p:spPr>
        <p:txBody>
          <a:bodyPr bIns="45720" lIns="91440" rIns="91440" tIns="45720" wrap="square">
            <a:spAutoFit/>
          </a:bodyPr>
          <a:p>
            <a:pPr algn="ctr"/>
            <a:r>
              <a:rPr dirty="0" sz="5400" lang="id-ID">
                <a:ln w="0"/>
                <a:gradFill>
                  <a:gsLst>
                    <a:gs pos="21000">
                      <a:srgbClr val="53575C"/>
                    </a:gs>
                    <a:gs pos="88000">
                      <a:srgbClr val="C5C7CA"/>
                    </a:gs>
                  </a:gsLst>
                  <a:lin ang="5400000"/>
                </a:gradFill>
              </a:rPr>
              <a:t>SKEMA STRUKTUR JARINGAN</a:t>
            </a:r>
            <a:endParaRPr b="0" cap="none" dirty="0" sz="5400" lang="en-US" spc="0">
              <a:ln w="0"/>
              <a:gradFill>
                <a:gsLst>
                  <a:gs pos="21000">
                    <a:srgbClr val="53575C"/>
                  </a:gs>
                  <a:gs pos="88000">
                    <a:srgbClr val="C5C7CA"/>
                  </a:gs>
                </a:gsLst>
                <a:lin ang="5400000"/>
              </a:gradFill>
              <a:effectLst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3" name="Rectangle 15"/>
          <p:cNvSpPr>
            <a:spLocks noChangeArrowheads="1"/>
          </p:cNvSpPr>
          <p:nvPr/>
        </p:nvSpPr>
        <p:spPr bwMode="auto">
          <a:xfrm>
            <a:off x="2876550" y="1875155"/>
            <a:ext cx="182880" cy="358140"/>
          </a:xfrm>
          <a:prstGeom prst="rect"/>
          <a:noFill/>
          <a:ln>
            <a:noFill/>
          </a:ln>
          <a:effectLst/>
        </p:spPr>
        <p:txBody>
          <a:bodyPr anchor="ctr" anchorCtr="0" bIns="45720" compatLnSpc="1" lIns="91440" numCol="1" rIns="91440" tIns="45720" vert="horz" wrap="none">
            <a:prstTxWarp prst="textNoShape"/>
            <a:spAutoFit/>
          </a:bodyPr>
          <a:p>
            <a:endParaRPr lang="en-ID"/>
          </a:p>
        </p:txBody>
      </p:sp>
      <p:sp>
        <p:nvSpPr>
          <p:cNvPr id="1048594" name="Text Box 1"/>
          <p:cNvSpPr txBox="1">
            <a:spLocks noChangeArrowheads="1"/>
          </p:cNvSpPr>
          <p:nvPr/>
        </p:nvSpPr>
        <p:spPr bwMode="auto">
          <a:xfrm>
            <a:off x="3479799" y="196513"/>
            <a:ext cx="2616200" cy="280988"/>
          </a:xfrm>
          <a:prstGeom prst="rect"/>
          <a:solidFill>
            <a:srgbClr val="FFFFFF"/>
          </a:solidFill>
          <a:ln w="6350">
            <a:solidFill>
              <a:srgbClr val="000000"/>
            </a:solidFill>
            <a:miter lim="800000"/>
            <a:headEnd/>
            <a:tailEnd/>
          </a:ln>
        </p:spPr>
        <p:txBody>
          <a:bodyPr anchor="t" anchorCtr="0" bIns="45720" compatLnSpc="1" lIns="91440" numCol="1" rIns="91440" tIns="45720" vert="horz" wrap="square">
            <a:prstTxWarp prst="textNoShape"/>
          </a:bodyPr>
          <a:p>
            <a:pPr algn="ctr" defTabSz="914400" eaLnBrk="0" fontAlgn="base" hangingPunct="0" indent="0" latinLnBrk="0" lvl="0" marL="0" marR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altLang="en-US" baseline="0" b="0" cap="none" dirty="0" sz="1200" i="0" kumimoji="0" lang="id-ID" normalizeH="0" strike="noStrike" u="none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SKEMA STRUKTUR JARINGAN</a:t>
            </a:r>
            <a:endParaRPr altLang="en-US" baseline="0" b="0" cap="none" dirty="0" sz="1800" i="0" kumimoji="0" lang="id-ID" normalizeH="0" strike="noStrike" u="none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048595" name="Rectangle 18"/>
          <p:cNvSpPr>
            <a:spLocks noChangeArrowheads="1"/>
          </p:cNvSpPr>
          <p:nvPr/>
        </p:nvSpPr>
        <p:spPr bwMode="auto">
          <a:xfrm>
            <a:off x="2420938" y="2210118"/>
            <a:ext cx="182881" cy="358140"/>
          </a:xfrm>
          <a:prstGeom prst="rect"/>
          <a:noFill/>
          <a:ln>
            <a:noFill/>
          </a:ln>
          <a:effectLst/>
        </p:spPr>
        <p:txBody>
          <a:bodyPr anchor="ctr" anchorCtr="0" bIns="45720" compatLnSpc="1" lIns="91440" numCol="1" rIns="91440" tIns="45720" vert="horz" wrap="none">
            <a:prstTxWarp prst="textNoShape"/>
            <a:spAutoFit/>
          </a:bodyPr>
          <a:p>
            <a:endParaRPr lang="en-ID"/>
          </a:p>
        </p:txBody>
      </p:sp>
      <p:graphicFrame>
        <p:nvGraphicFramePr>
          <p:cNvPr id="4194304" name="Table 22"/>
          <p:cNvGraphicFramePr>
            <a:graphicFrameLocks noGrp="1"/>
          </p:cNvGraphicFramePr>
          <p:nvPr/>
        </p:nvGraphicFramePr>
        <p:xfrm>
          <a:off x="516618" y="477502"/>
          <a:ext cx="8542562" cy="6380499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395735"/>
                <a:gridCol w="921170"/>
                <a:gridCol w="1244685"/>
                <a:gridCol w="1501138"/>
                <a:gridCol w="797366"/>
                <a:gridCol w="1382492"/>
                <a:gridCol w="1123826"/>
                <a:gridCol w="1176150"/>
              </a:tblGrid>
              <a:tr h="637683">
                <a:tc>
                  <a:txBody>
                    <a:bodyPr/>
                    <a:p>
                      <a:pPr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sz="1200" kern="100" lang="en-ID">
                          <a:effectLst/>
                        </a:rPr>
                        <a:t>NO</a:t>
                      </a:r>
                      <a:endParaRPr sz="1200" kern="100" lang="en-ID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3521" marR="53521" marT="0" marB="0"/>
                </a:tc>
                <a:tc>
                  <a:txBody>
                    <a:bodyPr/>
                    <a:p>
                      <a:pPr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sz="1200" kern="100" lang="en-ID">
                          <a:effectLst/>
                        </a:rPr>
                        <a:t>NAMA JARINGAN</a:t>
                      </a:r>
                      <a:endParaRPr sz="1200" kern="100" lang="en-ID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3521" marR="53521" marT="0" marB="0"/>
                </a:tc>
                <a:tc>
                  <a:txBody>
                    <a:bodyPr/>
                    <a:p>
                      <a:pPr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sz="1200" kern="100" lang="en-ID">
                          <a:effectLst/>
                        </a:rPr>
                        <a:t>PENGGUNAAN \ LOKASI</a:t>
                      </a:r>
                      <a:endParaRPr sz="1200" kern="100" lang="en-ID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3521" marR="53521" marT="0" marB="0"/>
                </a:tc>
                <a:tc>
                  <a:txBody>
                    <a:bodyPr/>
                    <a:p>
                      <a:pPr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sz="1200" kern="100" lang="en-ID">
                          <a:effectLst/>
                        </a:rPr>
                        <a:t>JUMLAH HOST</a:t>
                      </a:r>
                      <a:endParaRPr sz="1200" kern="100" lang="en-ID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3521" marR="53521" marT="0" marB="0"/>
                </a:tc>
                <a:tc>
                  <a:txBody>
                    <a:bodyPr/>
                    <a:p>
                      <a:pPr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sz="1200" kern="100" lang="en-ID">
                          <a:effectLst/>
                        </a:rPr>
                        <a:t>MEDIA KONEKSI</a:t>
                      </a:r>
                      <a:endParaRPr sz="1200" kern="100" lang="en-ID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3521" marR="53521" marT="0" marB="0"/>
                </a:tc>
                <a:tc>
                  <a:txBody>
                    <a:bodyPr/>
                    <a:p>
                      <a:pPr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sz="1200" kern="100" lang="en-ID">
                          <a:effectLst/>
                        </a:rPr>
                        <a:t>PENGELAMATAN IP</a:t>
                      </a:r>
                      <a:endParaRPr sz="1200" kern="100" lang="en-ID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3521" marR="53521" marT="0" marB="0"/>
                </a:tc>
                <a:tc>
                  <a:txBody>
                    <a:bodyPr/>
                    <a:p>
                      <a:pPr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sz="1200" kern="100" lang="en-ID">
                          <a:effectLst/>
                        </a:rPr>
                        <a:t>SUBBNETING</a:t>
                      </a:r>
                      <a:endParaRPr sz="1200" kern="100" lang="en-ID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3521" marR="53521" marT="0" marB="0"/>
                </a:tc>
                <a:tc>
                  <a:txBody>
                    <a:bodyPr/>
                    <a:p>
                      <a:pPr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sz="1200" kern="100" lang="en-ID">
                          <a:effectLst/>
                        </a:rPr>
                        <a:t>KETERANGAN</a:t>
                      </a:r>
                      <a:endParaRPr sz="1200" kern="100" lang="en-ID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3521" marR="53521" marT="0" marB="0"/>
                </a:tc>
              </a:tr>
              <a:tr h="1071271">
                <a:tc>
                  <a:txBody>
                    <a:bodyPr/>
                    <a:p>
                      <a:pPr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sz="1200" kern="100" lang="en-ID">
                          <a:effectLst/>
                        </a:rPr>
                        <a:t>1</a:t>
                      </a:r>
                      <a:endParaRPr sz="1200" kern="100" lang="en-ID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3521" marR="53521" marT="0" marB="0"/>
                </a:tc>
                <a:tc>
                  <a:txBody>
                    <a:bodyPr/>
                    <a:p>
                      <a:pPr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sz="1200" kern="100" lang="en-ID">
                          <a:effectLst/>
                        </a:rPr>
                        <a:t>Lab</a:t>
                      </a:r>
                      <a:endParaRPr sz="1200" kern="100" lang="en-ID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3521" marR="53521" marT="0" marB="0"/>
                </a:tc>
                <a:tc>
                  <a:txBody>
                    <a:bodyPr/>
                    <a:p>
                      <a:pPr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sz="1200" kern="100" lang="en-ID">
                          <a:effectLst/>
                        </a:rPr>
                        <a:t>Lab.kom 1 – lab.kom 6</a:t>
                      </a:r>
                      <a:endParaRPr sz="1200" kern="100" lang="en-ID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3521" marR="53521" marT="0" marB="0"/>
                </a:tc>
                <a:tc>
                  <a:txBody>
                    <a:bodyPr/>
                    <a:p>
                      <a:pPr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dirty="0" sz="1200" kern="100" lang="en-ID">
                          <a:effectLst/>
                        </a:rPr>
                        <a:t>184 unit computer {36 + 36 + 36 + 36 + 36 + 20 + 20</a:t>
                      </a:r>
                      <a:endParaRPr dirty="0" sz="1200" kern="100" lang="en-ID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3521" marR="53521" marT="0" marB="0"/>
                </a:tc>
                <a:tc>
                  <a:txBody>
                    <a:bodyPr/>
                    <a:p>
                      <a:pPr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sz="1200" kern="100" lang="en-ID">
                          <a:effectLst/>
                        </a:rPr>
                        <a:t>Kabel LAN</a:t>
                      </a:r>
                      <a:endParaRPr sz="1200" kern="100" lang="en-ID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3521" marR="53521" marT="0" marB="0"/>
                </a:tc>
                <a:tc>
                  <a:txBody>
                    <a:bodyPr/>
                    <a:p>
                      <a:pPr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sz="1200" kern="100" lang="en-ID">
                          <a:effectLst/>
                        </a:rPr>
                        <a:t>Static</a:t>
                      </a:r>
                      <a:endParaRPr sz="1200" kern="100" lang="en-ID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3521" marR="53521" marT="0" marB="0"/>
                </a:tc>
                <a:tc>
                  <a:txBody>
                    <a:bodyPr/>
                    <a:p>
                      <a:pPr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sz="1200" kern="100" lang="en-ID">
                          <a:effectLst/>
                        </a:rPr>
                        <a:t>Ya ( Lab.kom 1&amp; 2 dan labkom 3&amp;4 satu subnet)</a:t>
                      </a:r>
                      <a:endParaRPr sz="1200" kern="100" lang="en-ID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3521" marR="53521" marT="0" marB="0"/>
                </a:tc>
                <a:tc>
                  <a:txBody>
                    <a:bodyPr/>
                    <a:p>
                      <a:pPr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sz="1200" kern="100" lang="en-ID">
                          <a:effectLst/>
                        </a:rPr>
                        <a:t>Gateway sama antar subnet tidak saling terhubung</a:t>
                      </a:r>
                      <a:endParaRPr sz="1200" kern="100" lang="en-ID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3521" marR="53521" marT="0" marB="0"/>
                </a:tc>
              </a:tr>
              <a:tr h="1071271">
                <a:tc>
                  <a:txBody>
                    <a:bodyPr/>
                    <a:p>
                      <a:pPr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sz="1200" kern="100" lang="en-ID">
                          <a:effectLst/>
                        </a:rPr>
                        <a:t>2</a:t>
                      </a:r>
                      <a:endParaRPr sz="1200" kern="100" lang="en-ID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3521" marR="53521" marT="0" marB="0"/>
                </a:tc>
                <a:tc>
                  <a:txBody>
                    <a:bodyPr/>
                    <a:p>
                      <a:pPr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sz="1200" kern="100" lang="en-ID">
                          <a:effectLst/>
                        </a:rPr>
                        <a:t>Staf</a:t>
                      </a:r>
                      <a:endParaRPr sz="1200" kern="100" lang="en-ID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3521" marR="53521" marT="0" marB="0"/>
                </a:tc>
                <a:tc>
                  <a:txBody>
                    <a:bodyPr/>
                    <a:p>
                      <a:pPr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sz="1200" kern="100" lang="en-ID">
                          <a:effectLst/>
                        </a:rPr>
                        <a:t>Pengguna Insruktur &amp; guru ( 8 + 5 + 10 + 5 + 8 + 6 + 4 +54 }</a:t>
                      </a:r>
                      <a:endParaRPr sz="1200" kern="100" lang="en-ID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3521" marR="53521" marT="0" marB="0"/>
                </a:tc>
                <a:tc>
                  <a:txBody>
                    <a:bodyPr/>
                    <a:p>
                      <a:pPr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sz="1200" kern="100" lang="en-ID">
                          <a:effectLst/>
                        </a:rPr>
                        <a:t>100 host</a:t>
                      </a:r>
                      <a:endParaRPr sz="1200" kern="100" lang="en-ID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3521" marR="53521" marT="0" marB="0"/>
                </a:tc>
                <a:tc>
                  <a:txBody>
                    <a:bodyPr/>
                    <a:p>
                      <a:pPr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sz="1200" kern="100" lang="en-ID">
                          <a:effectLst/>
                        </a:rPr>
                        <a:t>Kabel LAN </a:t>
                      </a:r>
                      <a:endParaRPr sz="1200" kern="100" lang="en-ID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3521" marR="53521" marT="0" marB="0"/>
                </a:tc>
                <a:tc>
                  <a:txBody>
                    <a:bodyPr/>
                    <a:p>
                      <a:pPr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sz="1200" kern="100" lang="en-ID">
                          <a:effectLst/>
                        </a:rPr>
                        <a:t>DHCP (dinamis)</a:t>
                      </a:r>
                      <a:endParaRPr sz="1200" kern="100" lang="en-ID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3521" marR="53521" marT="0" marB="0"/>
                </a:tc>
                <a:tc>
                  <a:txBody>
                    <a:bodyPr/>
                    <a:p>
                      <a:pPr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sz="1200" kern="100" lang="en-ID">
                          <a:effectLst/>
                        </a:rPr>
                        <a:t>Tidak </a:t>
                      </a:r>
                      <a:endParaRPr sz="1200" kern="100" lang="en-ID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3521" marR="53521" marT="0" marB="0"/>
                </a:tc>
                <a:tc>
                  <a:txBody>
                    <a:bodyPr/>
                    <a:p>
                      <a:pPr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sz="1200" kern="100" lang="en-ID">
                          <a:effectLst/>
                        </a:rPr>
                        <a:t>DHCP dibatasi hanya untuk client staff </a:t>
                      </a:r>
                      <a:endParaRPr sz="1200" kern="100" lang="en-ID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3521" marR="53521" marT="0" marB="0"/>
                </a:tc>
              </a:tr>
              <a:tr h="637683">
                <a:tc>
                  <a:txBody>
                    <a:bodyPr/>
                    <a:p>
                      <a:pPr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sz="1200" kern="100" lang="en-ID">
                          <a:effectLst/>
                        </a:rPr>
                        <a:t>3 </a:t>
                      </a:r>
                      <a:endParaRPr sz="1200" kern="100" lang="en-ID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3521" marR="53521" marT="0" marB="0"/>
                </a:tc>
                <a:tc>
                  <a:txBody>
                    <a:bodyPr/>
                    <a:p>
                      <a:pPr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sz="1200" kern="100" lang="en-ID">
                          <a:effectLst/>
                        </a:rPr>
                        <a:t>Guest </a:t>
                      </a:r>
                      <a:endParaRPr sz="1200" kern="100" lang="en-ID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3521" marR="53521" marT="0" marB="0"/>
                </a:tc>
                <a:tc>
                  <a:txBody>
                    <a:bodyPr/>
                    <a:p>
                      <a:pPr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sz="1200" kern="100" lang="en-ID">
                          <a:effectLst/>
                        </a:rPr>
                        <a:t>Tamu di Lobi</a:t>
                      </a:r>
                      <a:endParaRPr sz="1200" kern="100" lang="en-ID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3521" marR="53521" marT="0" marB="0"/>
                </a:tc>
                <a:tc>
                  <a:txBody>
                    <a:bodyPr/>
                    <a:p>
                      <a:pPr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sz="1200" kern="100" lang="en-ID">
                          <a:effectLst/>
                        </a:rPr>
                        <a:t>254 host </a:t>
                      </a:r>
                      <a:endParaRPr sz="1200" kern="100" lang="en-ID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3521" marR="53521" marT="0" marB="0"/>
                </a:tc>
                <a:tc>
                  <a:txBody>
                    <a:bodyPr/>
                    <a:p>
                      <a:pPr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sz="1200" kern="100" lang="en-ID">
                          <a:effectLst/>
                        </a:rPr>
                        <a:t>Wireless </a:t>
                      </a:r>
                      <a:endParaRPr sz="1200" kern="100" lang="en-ID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3521" marR="53521" marT="0" marB="0"/>
                </a:tc>
                <a:tc>
                  <a:txBody>
                    <a:bodyPr/>
                    <a:p>
                      <a:pPr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sz="1200" kern="100" lang="en-ID">
                          <a:effectLst/>
                        </a:rPr>
                        <a:t>DHCP(dinamis)</a:t>
                      </a:r>
                      <a:endParaRPr sz="1200" kern="100" lang="en-ID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3521" marR="53521" marT="0" marB="0"/>
                </a:tc>
                <a:tc>
                  <a:txBody>
                    <a:bodyPr/>
                    <a:p>
                      <a:pPr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sz="1200" kern="100" lang="en-ID">
                          <a:effectLst/>
                        </a:rPr>
                        <a:t>Tidak </a:t>
                      </a:r>
                      <a:endParaRPr sz="1200" kern="100" lang="en-ID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3521" marR="53521" marT="0" marB="0"/>
                </a:tc>
                <a:tc>
                  <a:txBody>
                    <a:bodyPr/>
                    <a:p>
                      <a:pPr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sz="1200" kern="100" lang="en-ID">
                          <a:effectLst/>
                        </a:rPr>
                        <a:t>Untuk tamu, koneksi nirkabel </a:t>
                      </a:r>
                      <a:endParaRPr sz="1200" kern="100" lang="en-ID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3521" marR="53521" marT="0" marB="0"/>
                </a:tc>
              </a:tr>
              <a:tr h="820047">
                <a:tc>
                  <a:txBody>
                    <a:bodyPr/>
                    <a:p>
                      <a:pPr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sz="1200" kern="100" lang="en-ID">
                          <a:effectLst/>
                        </a:rPr>
                        <a:t>4 </a:t>
                      </a:r>
                      <a:endParaRPr sz="1200" kern="100" lang="en-ID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3521" marR="53521" marT="0" marB="0"/>
                </a:tc>
                <a:tc>
                  <a:txBody>
                    <a:bodyPr/>
                    <a:p>
                      <a:pPr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sz="1200" kern="100" lang="en-ID">
                          <a:effectLst/>
                        </a:rPr>
                        <a:t>Student </a:t>
                      </a:r>
                      <a:endParaRPr sz="1200" kern="100" lang="en-ID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3521" marR="53521" marT="0" marB="0"/>
                </a:tc>
                <a:tc>
                  <a:txBody>
                    <a:bodyPr/>
                    <a:p>
                      <a:pPr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sz="1200" kern="100" lang="en-ID">
                          <a:effectLst/>
                        </a:rPr>
                        <a:t>Siswa di Kelas</a:t>
                      </a:r>
                      <a:endParaRPr sz="1200" kern="100" lang="en-ID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3521" marR="53521" marT="0" marB="0"/>
                </a:tc>
                <a:tc>
                  <a:txBody>
                    <a:bodyPr/>
                    <a:p>
                      <a:pPr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sz="1200" kern="100" lang="en-ID">
                          <a:effectLst/>
                        </a:rPr>
                        <a:t>500 host</a:t>
                      </a:r>
                      <a:endParaRPr sz="1200" kern="100" lang="en-ID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3521" marR="53521" marT="0" marB="0"/>
                </a:tc>
                <a:tc>
                  <a:txBody>
                    <a:bodyPr/>
                    <a:p>
                      <a:pPr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sz="1200" kern="100" lang="en-ID">
                          <a:effectLst/>
                        </a:rPr>
                        <a:t>Wireless </a:t>
                      </a:r>
                      <a:endParaRPr sz="1200" kern="100" lang="en-ID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3521" marR="53521" marT="0" marB="0"/>
                </a:tc>
                <a:tc>
                  <a:txBody>
                    <a:bodyPr/>
                    <a:p>
                      <a:pPr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sz="1200" kern="100" lang="en-ID">
                          <a:effectLst/>
                        </a:rPr>
                        <a:t>DHCP(dinamis)</a:t>
                      </a:r>
                      <a:endParaRPr sz="1200" kern="100" lang="en-ID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3521" marR="53521" marT="0" marB="0"/>
                </a:tc>
                <a:tc>
                  <a:txBody>
                    <a:bodyPr/>
                    <a:p>
                      <a:pPr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sz="1200" kern="100" lang="en-ID">
                          <a:effectLst/>
                        </a:rPr>
                        <a:t>Tidak </a:t>
                      </a:r>
                      <a:endParaRPr sz="1200" kern="100" lang="en-ID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3521" marR="53521" marT="0" marB="0"/>
                </a:tc>
                <a:tc>
                  <a:txBody>
                    <a:bodyPr/>
                    <a:p>
                      <a:pPr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sz="1200" kern="100" lang="en-ID">
                          <a:effectLst/>
                        </a:rPr>
                        <a:t>Tentukan titik dan jumlah akses poin</a:t>
                      </a:r>
                      <a:endParaRPr sz="1200" kern="100" lang="en-ID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3521" marR="53521" marT="0" marB="0"/>
                </a:tc>
              </a:tr>
              <a:tr h="1071271">
                <a:tc>
                  <a:txBody>
                    <a:bodyPr/>
                    <a:p>
                      <a:pPr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sz="1200" kern="100" lang="en-ID">
                          <a:effectLst/>
                        </a:rPr>
                        <a:t>5</a:t>
                      </a:r>
                      <a:endParaRPr sz="1200" kern="100" lang="en-ID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3521" marR="53521" marT="0" marB="0"/>
                </a:tc>
                <a:tc>
                  <a:txBody>
                    <a:bodyPr/>
                    <a:p>
                      <a:pPr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sz="1200" kern="100" lang="en-ID">
                          <a:effectLst/>
                        </a:rPr>
                        <a:t>Internet akses</a:t>
                      </a:r>
                      <a:endParaRPr sz="1200" kern="100" lang="en-ID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3521" marR="53521" marT="0" marB="0"/>
                </a:tc>
                <a:tc>
                  <a:txBody>
                    <a:bodyPr/>
                    <a:p>
                      <a:pPr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sz="1200" kern="100" lang="en-ID">
                          <a:effectLst/>
                        </a:rPr>
                        <a:t>Semua unit(kecuali siswa)</a:t>
                      </a:r>
                      <a:endParaRPr sz="1200" kern="100" lang="en-ID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3521" marR="53521" marT="0" marB="0"/>
                </a:tc>
                <a:tc>
                  <a:txBody>
                    <a:bodyPr/>
                    <a:p>
                      <a:pPr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sz="1200" kern="100" lang="en-ID">
                          <a:effectLst/>
                        </a:rPr>
                        <a:t>-</a:t>
                      </a:r>
                      <a:endParaRPr sz="1200" kern="100" lang="en-ID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3521" marR="53521" marT="0" marB="0"/>
                </a:tc>
                <a:tc>
                  <a:txBody>
                    <a:bodyPr/>
                    <a:p>
                      <a:pPr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sz="1200" kern="100" lang="en-ID">
                          <a:effectLst/>
                        </a:rPr>
                        <a:t>Fiber optik</a:t>
                      </a:r>
                      <a:endParaRPr sz="1200" kern="100" lang="en-ID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3521" marR="53521" marT="0" marB="0"/>
                </a:tc>
                <a:tc>
                  <a:txBody>
                    <a:bodyPr/>
                    <a:p>
                      <a:pPr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sz="1200" kern="100" lang="en-ID">
                          <a:effectLst/>
                        </a:rPr>
                        <a:t>-</a:t>
                      </a:r>
                      <a:endParaRPr sz="1200" kern="100" lang="en-ID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3521" marR="53521" marT="0" marB="0"/>
                </a:tc>
                <a:tc>
                  <a:txBody>
                    <a:bodyPr/>
                    <a:p>
                      <a:pPr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sz="1200" kern="100" lang="en-ID">
                          <a:effectLst/>
                        </a:rPr>
                        <a:t>-</a:t>
                      </a:r>
                      <a:endParaRPr sz="1200" kern="100" lang="en-ID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3521" marR="53521" marT="0" marB="0"/>
                </a:tc>
                <a:tc>
                  <a:txBody>
                    <a:bodyPr/>
                    <a:p>
                      <a:pPr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dirty="0" sz="1200" kern="100" lang="en-ID">
                          <a:effectLst/>
                        </a:rPr>
                        <a:t>Hanya </a:t>
                      </a:r>
                      <a:r>
                        <a:rPr dirty="0" sz="1200" kern="100" lang="en-ID" err="1">
                          <a:effectLst/>
                        </a:rPr>
                        <a:t>siswa</a:t>
                      </a:r>
                      <a:r>
                        <a:rPr dirty="0" sz="1200" kern="100" lang="en-ID">
                          <a:effectLst/>
                        </a:rPr>
                        <a:t> yang </a:t>
                      </a:r>
                      <a:r>
                        <a:rPr dirty="0" sz="1200" kern="100" lang="en-ID" err="1">
                          <a:effectLst/>
                        </a:rPr>
                        <a:t>tidak</a:t>
                      </a:r>
                      <a:r>
                        <a:rPr dirty="0" sz="1200" kern="100" lang="en-ID">
                          <a:effectLst/>
                        </a:rPr>
                        <a:t> </a:t>
                      </a:r>
                      <a:r>
                        <a:rPr dirty="0" sz="1200" kern="100" lang="en-ID" err="1">
                          <a:effectLst/>
                        </a:rPr>
                        <a:t>dapat</a:t>
                      </a:r>
                      <a:r>
                        <a:rPr dirty="0" sz="1200" kern="100" lang="en-ID">
                          <a:effectLst/>
                        </a:rPr>
                        <a:t> </a:t>
                      </a:r>
                      <a:r>
                        <a:rPr dirty="0" sz="1200" kern="100" lang="en-ID" err="1">
                          <a:effectLst/>
                        </a:rPr>
                        <a:t>akses</a:t>
                      </a:r>
                      <a:r>
                        <a:rPr dirty="0" sz="1200" kern="100" lang="en-ID">
                          <a:effectLst/>
                        </a:rPr>
                        <a:t> internet </a:t>
                      </a:r>
                      <a:r>
                        <a:rPr dirty="0" sz="1200" kern="100" lang="en-ID" err="1">
                          <a:effectLst/>
                        </a:rPr>
                        <a:t>langsung</a:t>
                      </a:r>
                      <a:endParaRPr dirty="0" sz="1200" kern="100" lang="en-ID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3521" marR="53521" marT="0" marB="0"/>
                </a:tc>
              </a:tr>
              <a:tr h="1071271">
                <a:tc>
                  <a:txBody>
                    <a:bodyPr/>
                    <a:lstStyle/>
                    <a:p>
                      <a:r>
                        <a:rPr altLang="en-US" lang="en-US"/>
                        <a:t>6</a:t>
                      </a:r>
                      <a:endParaRPr altLang="en-US" lang="en-US"/>
                    </a:p>
                  </a:txBody>
                  <a:tcPr marL="53521" marR="53521" marT="0" marB="0"/>
                </a:tc>
                <a:tc>
                  <a:txBody>
                    <a:bodyPr/>
                    <a:lstStyle/>
                    <a:p>
                      <a:r>
                        <a:rPr altLang="en-US" sz="1400" lang="en-US"/>
                        <a:t>S</a:t>
                      </a:r>
                      <a:r>
                        <a:rPr altLang="en-US" sz="1400" lang="en-US"/>
                        <a:t>e</a:t>
                      </a:r>
                      <a:r>
                        <a:rPr altLang="en-US" sz="1400" lang="en-US"/>
                        <a:t>r</a:t>
                      </a:r>
                      <a:r>
                        <a:rPr altLang="en-US" sz="1400" lang="en-US"/>
                        <a:t>v</a:t>
                      </a:r>
                      <a:r>
                        <a:rPr altLang="en-US" sz="1400" lang="en-US"/>
                        <a:t>e</a:t>
                      </a:r>
                      <a:r>
                        <a:rPr altLang="en-US" sz="1400" lang="en-US"/>
                        <a:t>r</a:t>
                      </a:r>
                      <a:endParaRPr altLang="en-US" lang="en-US"/>
                    </a:p>
                  </a:txBody>
                  <a:tcPr marL="53521" marR="53521" marT="0" marB="0"/>
                </a:tc>
                <a:tc>
                  <a:txBody>
                    <a:bodyPr/>
                    <a:lstStyle/>
                    <a:p>
                      <a:r>
                        <a:rPr altLang="en-US" sz="1200" lang="en-US"/>
                        <a:t>J</a:t>
                      </a:r>
                      <a:r>
                        <a:rPr altLang="en-US" sz="1200" lang="en-US"/>
                        <a:t>a</a:t>
                      </a:r>
                      <a:r>
                        <a:rPr altLang="en-US" sz="1200" lang="en-US"/>
                        <a:t>r</a:t>
                      </a:r>
                      <a:r>
                        <a:rPr altLang="en-US" sz="1200" lang="en-US"/>
                        <a:t>i</a:t>
                      </a:r>
                      <a:r>
                        <a:rPr altLang="en-US" sz="1200" lang="en-US"/>
                        <a:t>n</a:t>
                      </a:r>
                      <a:r>
                        <a:rPr altLang="en-US" sz="1200" lang="en-US"/>
                        <a:t>g</a:t>
                      </a:r>
                      <a:r>
                        <a:rPr altLang="en-US" sz="1200" lang="en-US"/>
                        <a:t>a</a:t>
                      </a:r>
                      <a:r>
                        <a:rPr altLang="en-US" sz="1200" lang="en-US"/>
                        <a:t>n</a:t>
                      </a:r>
                      <a:r>
                        <a:rPr altLang="en-US" sz="1200" lang="en-US"/>
                        <a:t> </a:t>
                      </a:r>
                      <a:r>
                        <a:rPr altLang="en-US" sz="1200" lang="en-US"/>
                        <a:t>s</a:t>
                      </a:r>
                      <a:r>
                        <a:rPr altLang="en-US" sz="1200" lang="en-US"/>
                        <a:t>e</a:t>
                      </a:r>
                      <a:r>
                        <a:rPr altLang="en-US" sz="1200" lang="en-US"/>
                        <a:t>r</a:t>
                      </a:r>
                      <a:r>
                        <a:rPr altLang="en-US" sz="1200" lang="en-US"/>
                        <a:t>v</a:t>
                      </a:r>
                      <a:r>
                        <a:rPr altLang="en-US" sz="1200" lang="en-US"/>
                        <a:t>e</a:t>
                      </a:r>
                      <a:r>
                        <a:rPr altLang="en-US" sz="1200" lang="en-US"/>
                        <a:t>r</a:t>
                      </a:r>
                      <a:r>
                        <a:rPr altLang="en-US" sz="1200" lang="en-US"/>
                        <a:t> </a:t>
                      </a:r>
                      <a:r>
                        <a:rPr altLang="en-US" sz="1200" lang="en-US"/>
                        <a:t>u</a:t>
                      </a:r>
                      <a:r>
                        <a:rPr altLang="en-US" sz="1200" lang="en-US"/>
                        <a:t>n</a:t>
                      </a:r>
                      <a:r>
                        <a:rPr altLang="en-US" sz="1200" lang="en-US"/>
                        <a:t>t</a:t>
                      </a:r>
                      <a:r>
                        <a:rPr altLang="en-US" sz="1200" lang="en-US"/>
                        <a:t>u</a:t>
                      </a:r>
                      <a:r>
                        <a:rPr altLang="en-US" sz="1200" lang="en-US"/>
                        <a:t>k</a:t>
                      </a:r>
                      <a:r>
                        <a:rPr altLang="en-US" sz="1200" lang="en-US"/>
                        <a:t> </a:t>
                      </a:r>
                      <a:r>
                        <a:rPr altLang="en-US" sz="1200" lang="en-US"/>
                        <a:t>w</a:t>
                      </a:r>
                      <a:r>
                        <a:rPr altLang="en-US" sz="1200" lang="en-US"/>
                        <a:t>e</a:t>
                      </a:r>
                      <a:r>
                        <a:rPr altLang="en-US" sz="1200" lang="en-US"/>
                        <a:t>b</a:t>
                      </a:r>
                      <a:r>
                        <a:rPr altLang="en-US" sz="1200" lang="en-US"/>
                        <a:t> </a:t>
                      </a:r>
                      <a:r>
                        <a:rPr altLang="en-US" sz="1200" lang="en-US"/>
                        <a:t>s</a:t>
                      </a:r>
                      <a:r>
                        <a:rPr altLang="en-US" sz="1200" lang="en-US"/>
                        <a:t>e</a:t>
                      </a:r>
                      <a:r>
                        <a:rPr altLang="en-US" sz="1200" lang="en-US"/>
                        <a:t>r</a:t>
                      </a:r>
                      <a:r>
                        <a:rPr altLang="en-US" sz="1200" lang="en-US"/>
                        <a:t>v</a:t>
                      </a:r>
                      <a:r>
                        <a:rPr altLang="en-US" sz="1200" lang="en-US"/>
                        <a:t>er </a:t>
                      </a:r>
                      <a:r>
                        <a:rPr altLang="en-US" sz="1200" lang="en-US"/>
                        <a:t>d</a:t>
                      </a:r>
                      <a:r>
                        <a:rPr altLang="en-US" sz="1200" lang="en-US"/>
                        <a:t>a</a:t>
                      </a:r>
                      <a:r>
                        <a:rPr altLang="en-US" sz="1200" lang="en-US"/>
                        <a:t>n</a:t>
                      </a:r>
                      <a:r>
                        <a:rPr altLang="en-US" sz="1200" lang="en-US"/>
                        <a:t> </a:t>
                      </a:r>
                      <a:r>
                        <a:rPr altLang="en-US" sz="1200" lang="en-US"/>
                        <a:t>f</a:t>
                      </a:r>
                      <a:r>
                        <a:rPr altLang="en-US" sz="1200" lang="en-US"/>
                        <a:t>i</a:t>
                      </a:r>
                      <a:r>
                        <a:rPr altLang="en-US" sz="1200" lang="en-US"/>
                        <a:t>l</a:t>
                      </a:r>
                      <a:r>
                        <a:rPr altLang="en-US" sz="1200" lang="en-US"/>
                        <a:t>e</a:t>
                      </a:r>
                      <a:r>
                        <a:rPr altLang="en-US" sz="1200" lang="en-US"/>
                        <a:t> </a:t>
                      </a:r>
                      <a:r>
                        <a:rPr altLang="en-US" sz="1200" lang="en-US"/>
                        <a:t>s</a:t>
                      </a:r>
                      <a:r>
                        <a:rPr altLang="en-US" sz="1200" lang="en-US"/>
                        <a:t>e</a:t>
                      </a:r>
                      <a:r>
                        <a:rPr altLang="en-US" sz="1200" lang="en-US"/>
                        <a:t>r</a:t>
                      </a:r>
                      <a:r>
                        <a:rPr altLang="en-US" sz="1200" lang="en-US"/>
                        <a:t>ver </a:t>
                      </a:r>
                      <a:endParaRPr altLang="en-US" lang="en-US"/>
                    </a:p>
                  </a:txBody>
                  <a:tcPr marL="53521" marR="53521" marT="0" marB="0"/>
                </a:tc>
                <a:tc>
                  <a:txBody>
                    <a:bodyPr/>
                    <a:lstStyle/>
                    <a:p>
                      <a:endParaRPr altLang="en-US" lang="en-US"/>
                    </a:p>
                  </a:txBody>
                  <a:tcPr marL="53521" marR="53521" marT="0" marB="0"/>
                </a:tc>
                <a:tc>
                  <a:txBody>
                    <a:bodyPr/>
                    <a:lstStyle/>
                    <a:p>
                      <a:endParaRPr altLang="en-US" lang="en-US"/>
                    </a:p>
                  </a:txBody>
                  <a:tcPr marL="53521" marR="53521" marT="0" marB="0"/>
                </a:tc>
                <a:tc>
                  <a:txBody>
                    <a:bodyPr/>
                    <a:lstStyle/>
                    <a:p>
                      <a:r>
                        <a:rPr altLang="en-US" sz="1400" lang="en-US"/>
                        <a:t>S</a:t>
                      </a:r>
                      <a:r>
                        <a:rPr altLang="en-US" sz="1400" lang="en-US"/>
                        <a:t>t</a:t>
                      </a:r>
                      <a:r>
                        <a:rPr altLang="en-US" sz="1400" lang="en-US"/>
                        <a:t>a</a:t>
                      </a:r>
                      <a:r>
                        <a:rPr altLang="en-US" sz="1400" lang="en-US"/>
                        <a:t>t</a:t>
                      </a:r>
                      <a:r>
                        <a:rPr altLang="en-US" sz="1400" lang="en-US"/>
                        <a:t>i</a:t>
                      </a:r>
                      <a:r>
                        <a:rPr altLang="en-US" sz="1400" lang="en-US"/>
                        <a:t>c</a:t>
                      </a:r>
                      <a:endParaRPr altLang="en-US" lang="en-US"/>
                    </a:p>
                  </a:txBody>
                  <a:tcPr marL="53521" marR="53521" marT="0" marB="0"/>
                </a:tc>
                <a:tc>
                  <a:txBody>
                    <a:bodyPr/>
                    <a:lstStyle/>
                    <a:p>
                      <a:endParaRPr altLang="en-US" lang="en-US"/>
                    </a:p>
                  </a:txBody>
                  <a:tcPr marL="53521" marR="53521" marT="0" marB="0"/>
                </a:tc>
                <a:tc>
                  <a:txBody>
                    <a:bodyPr/>
                    <a:lstStyle/>
                    <a:p>
                      <a:r>
                        <a:rPr altLang="en-US" sz="1400" lang="en-US"/>
                        <a:t>W</a:t>
                      </a:r>
                      <a:r>
                        <a:rPr altLang="en-US" sz="1400" lang="en-US"/>
                        <a:t>e</a:t>
                      </a:r>
                      <a:r>
                        <a:rPr altLang="en-US" sz="1400" lang="en-US"/>
                        <a:t>b</a:t>
                      </a:r>
                      <a:r>
                        <a:rPr altLang="en-US" sz="1400" lang="en-US"/>
                        <a:t> </a:t>
                      </a:r>
                      <a:r>
                        <a:rPr altLang="en-US" sz="1400" lang="en-US"/>
                        <a:t>s</a:t>
                      </a:r>
                      <a:r>
                        <a:rPr altLang="en-US" sz="1400" lang="en-US"/>
                        <a:t>e</a:t>
                      </a:r>
                      <a:r>
                        <a:rPr altLang="en-US" sz="1400" lang="en-US"/>
                        <a:t>r</a:t>
                      </a:r>
                      <a:r>
                        <a:rPr altLang="en-US" sz="1400" lang="en-US"/>
                        <a:t>ver </a:t>
                      </a:r>
                      <a:r>
                        <a:rPr altLang="en-US" sz="1400" lang="en-US"/>
                        <a:t>d</a:t>
                      </a:r>
                      <a:r>
                        <a:rPr altLang="en-US" sz="1400" lang="en-US"/>
                        <a:t>a</a:t>
                      </a:r>
                      <a:r>
                        <a:rPr altLang="en-US" sz="1400" lang="en-US"/>
                        <a:t>n</a:t>
                      </a:r>
                      <a:r>
                        <a:rPr altLang="en-US" sz="1400" lang="en-US"/>
                        <a:t> </a:t>
                      </a:r>
                      <a:r>
                        <a:rPr altLang="en-US" sz="1400" lang="en-US"/>
                        <a:t>f</a:t>
                      </a:r>
                      <a:r>
                        <a:rPr altLang="en-US" sz="1400" lang="en-US"/>
                        <a:t>i</a:t>
                      </a:r>
                      <a:r>
                        <a:rPr altLang="en-US" sz="1400" lang="en-US"/>
                        <a:t>l</a:t>
                      </a:r>
                      <a:r>
                        <a:rPr altLang="en-US" sz="1400" lang="en-US"/>
                        <a:t>e</a:t>
                      </a:r>
                      <a:r>
                        <a:rPr altLang="en-US" sz="1400" lang="en-US"/>
                        <a:t> </a:t>
                      </a:r>
                      <a:r>
                        <a:rPr altLang="en-US" sz="1400" lang="en-US"/>
                        <a:t>s</a:t>
                      </a:r>
                      <a:r>
                        <a:rPr altLang="en-US" sz="1400" lang="en-US"/>
                        <a:t>h</a:t>
                      </a:r>
                      <a:r>
                        <a:rPr altLang="en-US" sz="1400" lang="en-US"/>
                        <a:t>a</a:t>
                      </a:r>
                      <a:r>
                        <a:rPr altLang="en-US" sz="1400" lang="en-US"/>
                        <a:t>r</a:t>
                      </a:r>
                      <a:r>
                        <a:rPr altLang="en-US" sz="1400" lang="en-US"/>
                        <a:t>i</a:t>
                      </a:r>
                      <a:r>
                        <a:rPr altLang="en-US" sz="1400" lang="en-US"/>
                        <a:t>n</a:t>
                      </a:r>
                      <a:r>
                        <a:rPr altLang="en-US" sz="1400" lang="en-US"/>
                        <a:t>g</a:t>
                      </a:r>
                      <a:endParaRPr altLang="en-US" lang="en-US"/>
                    </a:p>
                  </a:txBody>
                  <a:tcPr marL="53521" marR="53521" marT="0" marB="0"/>
                </a:tc>
              </a:tr>
            </a:tbl>
          </a:graphicData>
        </a:graphic>
      </p:graphicFrame>
      <p:sp>
        <p:nvSpPr>
          <p:cNvPr id="1048596" name="Rectangle 21"/>
          <p:cNvSpPr>
            <a:spLocks noChangeArrowheads="1"/>
          </p:cNvSpPr>
          <p:nvPr/>
        </p:nvSpPr>
        <p:spPr bwMode="auto">
          <a:xfrm>
            <a:off x="2103438" y="2210118"/>
            <a:ext cx="182881" cy="358140"/>
          </a:xfrm>
          <a:prstGeom prst="rect"/>
          <a:noFill/>
          <a:ln>
            <a:noFill/>
          </a:ln>
          <a:effectLst/>
        </p:spPr>
        <p:txBody>
          <a:bodyPr anchor="ctr" anchorCtr="0" bIns="45720" compatLnSpc="1" lIns="91440" numCol="1" rIns="91440" tIns="45720" vert="horz" wrap="none">
            <a:prstTxWarp prst="textNoShape"/>
            <a:spAutoFit/>
          </a:bodyPr>
          <a:p>
            <a:endParaRPr lang="en-ID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p14="http://schemas.microsoft.com/office/powerpoint/2010/main" spd="slow" p14:dur="2000"/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7" name="Rectangle 2"/>
          <p:cNvSpPr>
            <a:spLocks noChangeArrowheads="1"/>
          </p:cNvSpPr>
          <p:nvPr/>
        </p:nvSpPr>
        <p:spPr bwMode="auto">
          <a:xfrm>
            <a:off x="2928257" y="865958"/>
            <a:ext cx="182880" cy="358140"/>
          </a:xfrm>
          <a:prstGeom prst="rect"/>
          <a:noFill/>
          <a:ln>
            <a:noFill/>
          </a:ln>
          <a:effectLst/>
        </p:spPr>
        <p:txBody>
          <a:bodyPr anchor="ctr" anchorCtr="0" bIns="45720" compatLnSpc="1" lIns="91440" numCol="1" rIns="91440" tIns="45720" vert="horz" wrap="none">
            <a:prstTxWarp prst="textNoShape"/>
            <a:spAutoFit/>
          </a:bodyPr>
          <a:p>
            <a:endParaRPr lang="en-ID"/>
          </a:p>
        </p:txBody>
      </p:sp>
      <p:pic>
        <p:nvPicPr>
          <p:cNvPr id="2097152" name="Picture 5"/>
          <p:cNvPicPr>
            <a:picLocks noChangeAspect="1"/>
          </p:cNvPicPr>
          <p:nvPr/>
        </p:nvPicPr>
        <p:blipFill>
          <a:blip xmlns:r="http://schemas.openxmlformats.org/officeDocument/2006/relationships" r:embed="rId1"/>
          <a:stretch>
            <a:fillRect/>
          </a:stretch>
        </p:blipFill>
        <p:spPr>
          <a:xfrm>
            <a:off x="563983" y="403697"/>
            <a:ext cx="8699760" cy="6050605"/>
          </a:xfrm>
          <a:prstGeom prst="rect"/>
        </p:spPr>
      </p:pic>
      <p:pic>
        <p:nvPicPr>
          <p:cNvPr id="2097158" name=""/>
          <p:cNvPicPr>
            <a:picLocks/>
          </p:cNvPicPr>
          <p:nvPr/>
        </p:nvPicPr>
        <p:blipFill>
          <a:blip xmlns:r="http://schemas.openxmlformats.org/officeDocument/2006/relationships" r:embed="rId2"/>
          <a:stretch>
            <a:fillRect/>
          </a:stretch>
        </p:blipFill>
        <p:spPr>
          <a:xfrm rot="0">
            <a:off x="5760832" y="824647"/>
            <a:ext cx="842896" cy="835706"/>
          </a:xfrm>
          <a:prstGeom prst="rect"/>
        </p:spPr>
      </p:pic>
      <p:cxnSp>
        <p:nvCxnSpPr>
          <p:cNvPr id="3145733" name=""/>
          <p:cNvCxnSpPr>
            <a:cxnSpLocks/>
          </p:cNvCxnSpPr>
          <p:nvPr/>
        </p:nvCxnSpPr>
        <p:spPr>
          <a:xfrm flipV="1">
            <a:off x="4640033" y="1271790"/>
            <a:ext cx="1404782" cy="844031"/>
          </a:xfrm>
          <a:prstGeom prst="bentConnector3">
            <a:avLst>
              <a:gd name="adj1" fmla="val 79104"/>
            </a:avLst>
          </a:prstGeom>
          <a:solidFill>
            <a:srgbClr val="FFFFFF"/>
          </a:solidFill>
          <a:ln w="25400">
            <a:solidFill>
              <a:srgbClr val="666666"/>
            </a:solidFill>
            <a:headEnd type="triangle" w="lg" len="lg"/>
            <a:tailEnd type="triangle" w="lg" len="lg"/>
          </a:ln>
        </p:spPr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8" name="Rectangle 2"/>
          <p:cNvSpPr>
            <a:spLocks noChangeArrowheads="1"/>
          </p:cNvSpPr>
          <p:nvPr/>
        </p:nvSpPr>
        <p:spPr bwMode="auto">
          <a:xfrm>
            <a:off x="1215483" y="164759"/>
            <a:ext cx="1163012" cy="662940"/>
          </a:xfrm>
          <a:prstGeom prst="rect"/>
          <a:noFill/>
          <a:ln>
            <a:noFill/>
          </a:ln>
          <a:effectLst/>
        </p:spPr>
        <p:txBody>
          <a:bodyPr anchor="ctr" anchorCtr="0" bIns="45720" compatLnSpc="1" lIns="91440" numCol="1" rIns="91440" tIns="45720" vert="horz" wrap="none">
            <a:prstTxWarp prst="textNoShape"/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tabLst>
                <a:tab algn="l" pos="539750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tabLst>
                <a:tab algn="l" pos="539750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tabLst>
                <a:tab algn="l" pos="539750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tabLst>
                <a:tab algn="l" pos="539750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tabLst>
                <a:tab algn="l" pos="539750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tabLst>
                <a:tab algn="l" pos="539750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tabLst>
                <a:tab algn="l" pos="539750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tabLst>
                <a:tab algn="l" pos="539750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tabLst>
                <a:tab algn="l" pos="539750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 defTabSz="914400" eaLnBrk="0" fontAlgn="base" hangingPunct="0" indent="0" latinLnBrk="0" lvl="0" marL="0" marR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>
                <a:tab algn="l" pos="539750"/>
              </a:tabLst>
            </a:pPr>
            <a:r>
              <a:rPr altLang="en-US" baseline="0" b="0" cap="none" dirty="0" sz="2000" i="0" kumimoji="0" lang="en-US" normalizeH="0" strike="noStrike" u="none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DENAH </a:t>
            </a:r>
            <a:endParaRPr altLang="en-US" baseline="0" b="0" cap="none" dirty="0" sz="2000" i="0" kumimoji="0" lang="en-US" normalizeH="0" strike="noStrike" u="none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algn="l" defTabSz="914400" eaLnBrk="0" fontAlgn="base" hangingPunct="0" indent="0" latinLnBrk="0" lvl="0" marL="0" marR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algn="l" pos="539750"/>
              </a:tabLst>
            </a:pPr>
            <a:endParaRPr altLang="en-US" baseline="0" b="0" cap="none" dirty="0" sz="1800" i="0" kumimoji="0" lang="en-US" normalizeH="0" strike="noStrike" u="none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aphicFrame>
        <p:nvGraphicFramePr>
          <p:cNvPr id="4194305" name="Object 2"/>
          <p:cNvGraphicFramePr>
            <a:graphicFrameLocks noChangeAspect="1"/>
          </p:cNvGraphicFramePr>
          <p:nvPr/>
        </p:nvGraphicFramePr>
        <p:xfrm>
          <a:off x="895195" y="557579"/>
          <a:ext cx="8318810" cy="574284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1" spid="" imgH="14319345" imgW="20770986" progId="Visio.Drawing.15">
                  <p:embed/>
                </p:oleObj>
              </mc:Choice>
              <mc:Fallback>
                <p:oleObj name="Visio" r:id="rId1" spid="" imgH="14319345" imgW="20770986" progId="Visio.Drawing.15">
                  <p:embed/>
                  <p:pic>
                    <p:nvPicPr>
                      <p:cNvPr id="2097153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xmlns:r="http://schemas.openxmlformats.org/officeDocument/2006/relationships" r:embed="rId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95195" y="557579"/>
                        <a:ext cx="8318810" cy="5742841"/>
                      </a:xfrm>
                      <a:prstGeom prst="rect"/>
                      <a:noFill/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097157" name=""/>
          <p:cNvPicPr>
            <a:picLocks/>
          </p:cNvPicPr>
          <p:nvPr/>
        </p:nvPicPr>
        <p:blipFill>
          <a:blip xmlns:r="http://schemas.openxmlformats.org/officeDocument/2006/relationships" r:embed="rId3"/>
          <a:stretch>
            <a:fillRect/>
          </a:stretch>
        </p:blipFill>
        <p:spPr>
          <a:xfrm rot="0" flipH="1">
            <a:off x="2410943" y="5529550"/>
            <a:ext cx="211083" cy="209286"/>
          </a:xfrm>
          <a:prstGeom prst="rect"/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9" name="Rectangle 2"/>
          <p:cNvSpPr>
            <a:spLocks noChangeArrowheads="1"/>
          </p:cNvSpPr>
          <p:nvPr/>
        </p:nvSpPr>
        <p:spPr bwMode="auto">
          <a:xfrm>
            <a:off x="0" y="49530"/>
            <a:ext cx="182880" cy="358140"/>
          </a:xfrm>
          <a:prstGeom prst="rect"/>
          <a:noFill/>
          <a:ln>
            <a:noFill/>
          </a:ln>
          <a:effectLst/>
        </p:spPr>
        <p:txBody>
          <a:bodyPr anchor="ctr" anchorCtr="0" bIns="45720" compatLnSpc="1" lIns="91440" numCol="1" rIns="91440" tIns="45720" vert="horz" wrap="none">
            <a:prstTxWarp prst="textNoShape"/>
            <a:spAutoFit/>
          </a:bodyPr>
          <a:p>
            <a:endParaRPr lang="en-ID"/>
          </a:p>
        </p:txBody>
      </p:sp>
      <p:graphicFrame>
        <p:nvGraphicFramePr>
          <p:cNvPr id="4194306" name="Object 2"/>
          <p:cNvGraphicFramePr>
            <a:graphicFrameLocks noChangeAspect="1"/>
          </p:cNvGraphicFramePr>
          <p:nvPr/>
        </p:nvGraphicFramePr>
        <p:xfrm>
          <a:off x="2082180" y="393700"/>
          <a:ext cx="5727700" cy="6070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1" spid="" imgH="20510573" imgW="19342273" progId="Visio.Drawing.15">
                  <p:embed/>
                </p:oleObj>
              </mc:Choice>
              <mc:Fallback>
                <p:oleObj name="Visio" r:id="rId1" spid="" imgH="20510573" imgW="19342273" progId="Visio.Drawing.15">
                  <p:embed/>
                  <p:pic>
                    <p:nvPicPr>
                      <p:cNvPr id="2097154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xmlns:r="http://schemas.openxmlformats.org/officeDocument/2006/relationships" r:embed="rId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82180" y="393700"/>
                        <a:ext cx="5727700" cy="6070600"/>
                      </a:xfrm>
                      <a:prstGeom prst="rect"/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48707" name=""/>
          <p:cNvSpPr/>
          <p:nvPr/>
        </p:nvSpPr>
        <p:spPr>
          <a:xfrm flipH="1">
            <a:off x="2572486" y="174093"/>
            <a:ext cx="1797062" cy="363300"/>
          </a:xfrm>
          <a:prstGeom prst="homePlate"/>
          <a:solidFill>
            <a:srgbClr val="FFFFFF"/>
          </a:solidFill>
          <a:ln w="25400">
            <a:noFill/>
            <a:prstDash val="solid"/>
          </a:ln>
        </p:spPr>
        <p:txBody>
          <a:bodyPr anchor="ctr"/>
          <a:p>
            <a:pPr algn="ctr"/>
            <a:r>
              <a:rPr lang="en-US"/>
              <a:t>L</a:t>
            </a:r>
            <a:r>
              <a:rPr lang="en-US"/>
              <a:t>a</a:t>
            </a:r>
            <a:r>
              <a:rPr lang="en-US"/>
              <a:t>b</a:t>
            </a:r>
            <a:r>
              <a:rPr lang="en-US"/>
              <a:t> </a:t>
            </a:r>
            <a:r>
              <a:rPr lang="en-US"/>
              <a:t>k</a:t>
            </a:r>
            <a:r>
              <a:rPr lang="en-US"/>
              <a:t>o</a:t>
            </a:r>
            <a:r>
              <a:rPr lang="en-US"/>
              <a:t>m</a:t>
            </a:r>
            <a:r>
              <a:rPr lang="en-US"/>
              <a:t> </a:t>
            </a:r>
            <a:r>
              <a:rPr lang="en-US"/>
              <a:t>5</a:t>
            </a:r>
            <a:endParaRPr lang="en-US"/>
          </a:p>
        </p:txBody>
      </p:sp>
      <p:sp>
        <p:nvSpPr>
          <p:cNvPr id="1048709" name=""/>
          <p:cNvSpPr/>
          <p:nvPr/>
        </p:nvSpPr>
        <p:spPr>
          <a:xfrm flipH="1">
            <a:off x="5783198" y="174092"/>
            <a:ext cx="1797062" cy="363300"/>
          </a:xfrm>
          <a:prstGeom prst="homePlate"/>
          <a:solidFill>
            <a:srgbClr val="FFFFFF"/>
          </a:solidFill>
          <a:ln w="25400">
            <a:noFill/>
            <a:prstDash val="solid"/>
          </a:ln>
        </p:spPr>
        <p:txBody>
          <a:bodyPr anchor="ctr"/>
          <a:lstStyle>
            <a:defPPr>
              <a:defRPr lang="en-US"/>
            </a:defPPr>
            <a:lvl1pPr algn="l" defTabSz="457200" eaLnBrk="1" hangingPunct="1" latinLnBrk="0" marL="0" rtl="0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algn="l" defTabSz="457200" eaLnBrk="1" hangingPunct="1" latinLnBrk="0" marL="457200" rtl="0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2pPr>
            <a:lvl3pPr algn="l" defTabSz="457200" eaLnBrk="1" hangingPunct="1" latinLnBrk="0" marL="914400" rtl="0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3pPr>
            <a:lvl4pPr algn="l" defTabSz="457200" eaLnBrk="1" hangingPunct="1" latinLnBrk="0" marL="1371600" rtl="0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4pPr>
            <a:lvl5pPr algn="l" defTabSz="457200" eaLnBrk="1" hangingPunct="1" latinLnBrk="0" marL="1828800" rtl="0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5pPr>
            <a:lvl6pPr algn="l" defTabSz="457200" eaLnBrk="1" hangingPunct="1" latinLnBrk="0" marL="2286000" rtl="0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6pPr>
            <a:lvl7pPr algn="l" defTabSz="457200" eaLnBrk="1" hangingPunct="1" latinLnBrk="0" marL="2743200" rtl="0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7pPr>
            <a:lvl8pPr algn="l" defTabSz="457200" eaLnBrk="1" hangingPunct="1" latinLnBrk="0" marL="3200400" rtl="0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8pPr>
            <a:lvl9pPr algn="l" defTabSz="457200" eaLnBrk="1" hangingPunct="1" latinLnBrk="0" marL="3657600" rtl="0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>
                <a:latin typeface="Tahoma"/>
              </a:rPr>
              <a:t>L</a:t>
            </a:r>
            <a:r>
              <a:rPr lang="en-US">
                <a:latin typeface="Tahoma"/>
              </a:rPr>
              <a:t>a</a:t>
            </a:r>
            <a:r>
              <a:rPr lang="en-US">
                <a:latin typeface="Tahoma"/>
              </a:rPr>
              <a:t>b</a:t>
            </a:r>
            <a:r>
              <a:rPr lang="en-US">
                <a:latin typeface="Tahoma"/>
              </a:rPr>
              <a:t> </a:t>
            </a:r>
            <a:r>
              <a:rPr lang="en-US">
                <a:latin typeface="Tahoma"/>
              </a:rPr>
              <a:t>k</a:t>
            </a:r>
            <a:r>
              <a:rPr lang="en-US">
                <a:latin typeface="Tahoma"/>
              </a:rPr>
              <a:t>o</a:t>
            </a:r>
            <a:r>
              <a:rPr lang="en-US">
                <a:latin typeface="Tahoma"/>
              </a:rPr>
              <a:t>m</a:t>
            </a:r>
            <a:r>
              <a:rPr lang="en-US">
                <a:latin typeface="Tahoma"/>
              </a:rPr>
              <a:t> </a:t>
            </a:r>
            <a:r>
              <a:rPr lang="en-US">
                <a:latin typeface="Tahoma"/>
              </a:rPr>
              <a:t>6</a:t>
            </a:r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194307" name="Object 1"/>
          <p:cNvGraphicFramePr>
            <a:graphicFrameLocks noChangeAspect="1"/>
          </p:cNvGraphicFramePr>
          <p:nvPr/>
        </p:nvGraphicFramePr>
        <p:xfrm>
          <a:off x="3834319" y="88232"/>
          <a:ext cx="5046156" cy="668153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1" spid="" imgH="10096324" imgW="7639136" progId="Visio.Drawing.15">
                  <p:embed/>
                </p:oleObj>
              </mc:Choice>
              <mc:Fallback>
                <p:oleObj name="Visio" r:id="rId1" spid="" imgH="10096324" imgW="7639136" progId="Visio.Drawing.15">
                  <p:embed/>
                  <p:pic>
                    <p:nvPicPr>
                      <p:cNvPr id="2097155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xmlns:r="http://schemas.openxmlformats.org/officeDocument/2006/relationships" r:embed="rId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34319" y="88232"/>
                        <a:ext cx="5046156" cy="6681536"/>
                      </a:xfrm>
                      <a:prstGeom prst="rect"/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48600" name="Text Box 2"/>
          <p:cNvSpPr txBox="1">
            <a:spLocks noChangeArrowheads="1"/>
          </p:cNvSpPr>
          <p:nvPr/>
        </p:nvSpPr>
        <p:spPr bwMode="auto">
          <a:xfrm>
            <a:off x="1227050" y="250371"/>
            <a:ext cx="1771043" cy="408147"/>
          </a:xfrm>
          <a:prstGeom prst="rect"/>
          <a:solidFill>
            <a:srgbClr val="FFFFFF"/>
          </a:solidFill>
          <a:ln w="6350">
            <a:solidFill>
              <a:srgbClr val="000000"/>
            </a:solidFill>
            <a:miter lim="800000"/>
            <a:headEnd/>
            <a:tailEnd/>
          </a:ln>
        </p:spPr>
        <p:txBody>
          <a:bodyPr anchor="t" anchorCtr="0" bIns="45720" compatLnSpc="1" lIns="91440" numCol="1" rIns="91440" tIns="45720" vert="horz" wrap="square">
            <a:prstTxWarp prst="textNoShape"/>
          </a:bodyPr>
          <a:p>
            <a:pPr algn="l" defTabSz="914400" eaLnBrk="0" fontAlgn="base" hangingPunct="0" indent="0" latinLnBrk="0" lvl="0" marL="0" marR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altLang="en-US" baseline="0" b="0" cap="none" dirty="0" i="0" kumimoji="0" lang="id-ID" normalizeH="0" strike="noStrike" u="none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DETAIL NOC</a:t>
            </a:r>
            <a:endParaRPr altLang="en-US" baseline="0" b="0" cap="none" dirty="0" i="0" kumimoji="0" lang="id-ID" normalizeH="0" strike="noStrike" u="none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048601" name="Rectangle 3"/>
          <p:cNvSpPr>
            <a:spLocks noChangeArrowheads="1"/>
          </p:cNvSpPr>
          <p:nvPr/>
        </p:nvSpPr>
        <p:spPr bwMode="auto">
          <a:xfrm>
            <a:off x="0" y="49530"/>
            <a:ext cx="182880" cy="358140"/>
          </a:xfrm>
          <a:prstGeom prst="rect"/>
          <a:noFill/>
          <a:ln>
            <a:noFill/>
          </a:ln>
          <a:effectLst/>
        </p:spPr>
        <p:txBody>
          <a:bodyPr anchor="ctr" anchorCtr="0" bIns="45720" compatLnSpc="1" lIns="91440" numCol="1" rIns="91440" tIns="45720" vert="horz" wrap="none">
            <a:prstTxWarp prst="textNoShape"/>
            <a:spAutoFit/>
          </a:bodyPr>
          <a:p>
            <a:endParaRPr lang="en-ID"/>
          </a:p>
        </p:txBody>
      </p:sp>
      <p:pic>
        <p:nvPicPr>
          <p:cNvPr id="2097156" name=""/>
          <p:cNvPicPr>
            <a:picLocks/>
          </p:cNvPicPr>
          <p:nvPr/>
        </p:nvPicPr>
        <p:blipFill>
          <a:blip xmlns:r="http://schemas.openxmlformats.org/officeDocument/2006/relationships" r:embed="rId3"/>
          <a:stretch>
            <a:fillRect/>
          </a:stretch>
        </p:blipFill>
        <p:spPr>
          <a:xfrm rot="0" flipH="1" flipV="0">
            <a:off x="8268975" y="3955083"/>
            <a:ext cx="1295210" cy="1284161"/>
          </a:xfrm>
          <a:prstGeom prst="rect"/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5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10" name=""/>
          <p:cNvSpPr>
            <a:spLocks noGrp="1"/>
          </p:cNvSpPr>
          <p:nvPr>
            <p:ph type="ctrTitle"/>
          </p:nvPr>
        </p:nvSpPr>
        <p:spPr>
          <a:xfrm>
            <a:off x="1715182" y="2605848"/>
            <a:ext cx="7766936" cy="1646302"/>
          </a:xfrm>
        </p:spPr>
        <p:txBody>
          <a:bodyPr/>
          <a:p>
            <a:pPr algn="ctr"/>
            <a:r>
              <a:rPr b="1" lang="en-US"/>
              <a:t>S</a:t>
            </a:r>
            <a:r>
              <a:rPr b="1" lang="en-US"/>
              <a:t>E</a:t>
            </a:r>
            <a:r>
              <a:rPr b="1" lang="en-US"/>
              <a:t>K</a:t>
            </a:r>
            <a:r>
              <a:rPr b="1" lang="en-US"/>
              <a:t>I</a:t>
            </a:r>
            <a:r>
              <a:rPr b="1" lang="en-US"/>
              <a:t>A</a:t>
            </a:r>
            <a:r>
              <a:rPr b="1" lang="en-US"/>
              <a:t>N</a:t>
            </a:r>
            <a:br>
              <a:rPr b="1" lang="en-US"/>
            </a:br>
            <a:r>
              <a:rPr b="1" lang="en-US"/>
              <a:t> </a:t>
            </a:r>
            <a:r>
              <a:rPr b="1" lang="en-US"/>
              <a:t>D</a:t>
            </a:r>
            <a:r>
              <a:rPr b="1" lang="en-US"/>
              <a:t>A</a:t>
            </a:r>
            <a:r>
              <a:rPr b="1" lang="en-US"/>
              <a:t>N</a:t>
            </a:r>
            <a:r>
              <a:rPr b="1" lang="en-US"/>
              <a:t> </a:t>
            </a:r>
            <a:br>
              <a:rPr b="1" lang="en-US"/>
            </a:br>
            <a:r>
              <a:rPr b="1" lang="en-US"/>
              <a:t>T</a:t>
            </a:r>
            <a:r>
              <a:rPr b="1" lang="en-US"/>
              <a:t>E</a:t>
            </a:r>
            <a:r>
              <a:rPr b="1" lang="en-US"/>
              <a:t>R</a:t>
            </a:r>
            <a:r>
              <a:rPr b="1" lang="en-US"/>
              <a:t>I</a:t>
            </a:r>
            <a:r>
              <a:rPr b="1" lang="en-US"/>
              <a:t>M</a:t>
            </a:r>
            <a:r>
              <a:rPr b="1" lang="en-US"/>
              <a:t>A</a:t>
            </a:r>
            <a:r>
              <a:rPr b="1" lang="en-US"/>
              <a:t>K</a:t>
            </a:r>
            <a:r>
              <a:rPr b="1" lang="en-US"/>
              <a:t>A</a:t>
            </a:r>
            <a:r>
              <a:rPr b="1" lang="en-US"/>
              <a:t>S</a:t>
            </a:r>
            <a:r>
              <a:rPr b="1" lang="en-US"/>
              <a:t>I</a:t>
            </a:r>
            <a:r>
              <a:rPr b="1" lang="en-US"/>
              <a:t>H</a:t>
            </a:r>
            <a:endParaRPr b="1"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lastClr="000000" val="windowText"/>
      </a:dk1>
      <a:lt1>
        <a:sysClr lastClr="FFFFFF" val="window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r="5400000" dist="254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r="5400000" dist="381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dir="tl" rig="threePt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主题">
  <a:themeElements>
    <a:clrScheme name="Office">
      <a:dk1>
        <a:sysClr lastClr="000000" val="windowText"/>
      </a:dk1>
      <a:lt1>
        <a:sysClr lastClr="FFFFFF" val="window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TH Sarabun PSK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TH Sarabun PSK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algn="ctr" blurRad="57150" dir="5400000" dist="19050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Properties xmlns="http://schemas.openxmlformats.org/officeDocument/2006/extended-properties">
  <Application>Microsoft Office PowerPoint</Application>
  <ScaleCrop>0</ScaleCrop>
  <LinksUpToDate>0</LinksUpToDate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creator>MP2SZM2B@outlook.com</dc:creator>
  <cp:lastModifiedBy>MP2SZM2B@outlook.com</cp:lastModifiedBy>
  <dcterms:created xsi:type="dcterms:W3CDTF">2025-08-11T19:18:35Z</dcterms:created>
  <dcterms:modified xsi:type="dcterms:W3CDTF">2025-08-19T02:13:18Z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51b81938efcf4f3bb9afdf8cad8151c7</vt:lpwstr>
  </property>
</Properties>
</file>